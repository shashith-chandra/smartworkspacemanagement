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4D0C0-AFEB-46A2-96F9-F8929E0AAE88}" type="datetimeFigureOut"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16457-E56F-459E-8183-14D3E7D573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4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196F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57200"/>
            <a:ext cx="109728" cy="109728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1097280"/>
            <a:ext cx="109728" cy="109728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731520"/>
            <a:ext cx="109728" cy="109728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920240"/>
            <a:ext cx="109728" cy="109728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2286000"/>
            <a:ext cx="109728" cy="109728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94960" y="3108960"/>
            <a:ext cx="109728" cy="109728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0" y="3474720"/>
            <a:ext cx="109728" cy="109728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4297680"/>
            <a:ext cx="109728" cy="109728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💡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74320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Portal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7432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Ideas Come to Life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29260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collaborative platform to submit, discover,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vote, and act on innovative ideas across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8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2196F3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Vote on Ideas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914400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00BCD4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Category Tagging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737360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27AE60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Submit Solutions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1737360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8E44AD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Comment &amp; Discuss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971800"/>
            <a:ext cx="2011680" cy="457200"/>
          </a:xfrm>
          <a:prstGeom prst="roundRect">
            <a:avLst>
              <a:gd name="adj" fmla="val 24000"/>
            </a:avLst>
          </a:prstGeom>
          <a:solidFill>
            <a:srgbClr val="F39C12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Schedule Calls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innovation at every level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&amp; React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or dislike ideas.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ranking.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8620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or Technical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 every idea.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summary + detailed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 for every idea.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6012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611880"/>
            <a:ext cx="2560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use-cases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impact.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7180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88620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Solutions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560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or community can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solutions.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B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7180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81228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611880"/>
            <a:ext cx="2560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calls,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scheduling.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Voting &amp; Reactions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2196F3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🔵 Business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Bot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tier-1 support tickets using AI 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response time and free up agents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issues.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7AE60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👍  Like   128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30632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74C3C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👎  Dislike  14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3B1"/>
                </a:solidFill>
              </a:rPr>
              <a:t>Community score: 90%  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4023360" cy="164592"/>
          </a:xfrm>
          <a:prstGeom prst="rect">
            <a:avLst/>
          </a:prstGeom>
          <a:solidFill>
            <a:srgbClr val="D0E4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977640"/>
            <a:ext cx="3621024" cy="1645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Voting Matters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212080" y="1600200"/>
            <a:ext cx="228600" cy="2286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Ranking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ideas naturally rise to the top through community votes.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2377440"/>
            <a:ext cx="228600" cy="2286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authors see real-time community sentiment.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154680"/>
            <a:ext cx="228600" cy="2286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Metrics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engagement — total votes, net score, trending ideas.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3931920"/>
            <a:ext cx="228600" cy="22860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Override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Moderators can pin or highlight high-priority ideas.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Idea Categories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1645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process, operations, customer, market expansion ideas.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E0F2F1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" cy="16459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automation, dev tools, platform, AI/ML innovations.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63240"/>
            <a:ext cx="73152" cy="1645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features, UX improvements, product roadmap enhancements.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1645920"/>
          </a:xfrm>
          <a:prstGeom prst="rect">
            <a:avLst/>
          </a:prstGeom>
          <a:solidFill>
            <a:srgbClr val="FFF3E0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63240"/>
            <a:ext cx="73152" cy="1645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wellness, hiring, learning, org change, DE&amp;I initiatives.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idea must be tagged with a category at submission — enabling filtered discovery and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Idea Descriptions &amp;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5943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43000"/>
            <a:ext cx="259689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Short Description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summary of the idea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in feed and 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1455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150 characters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8039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core value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743200" cy="5943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1143000"/>
            <a:ext cx="259689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Detailed Description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explanation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31455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being solved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8039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2743200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1143000"/>
            <a:ext cx="2596896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Example /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 walkthrough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benefit &amp; how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1455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effort or ROI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8039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Submit &amp; Publish Solutions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1463040"/>
          </a:xfrm>
          <a:prstGeom prst="rect">
            <a:avLst/>
          </a:prstGeom>
          <a:solidFill>
            <a:srgbClr val="2196F3">
              <a:alpha val="90000"/>
            </a:srgbClr>
          </a:solidFill>
          <a:ln w="12700">
            <a:solidFill>
              <a:srgbClr val="2196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920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creates idea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details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9456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93B1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1463040"/>
          </a:xfrm>
          <a:prstGeom prst="rect">
            <a:avLst/>
          </a:prstGeom>
          <a:solidFill>
            <a:srgbClr val="8E44AD">
              <a:alpha val="90000"/>
            </a:srgbClr>
          </a:solidFill>
          <a:ln w="12700">
            <a:solidFill>
              <a:srgbClr val="8E44A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42032" y="1920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vote, comment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add solutions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93B1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1463040"/>
          </a:xfrm>
          <a:prstGeom prst="rect">
            <a:avLst/>
          </a:prstGeom>
          <a:solidFill>
            <a:srgbClr val="27AE60">
              <a:alpha val="90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920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or community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resolution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93B1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0" y="1188720"/>
            <a:ext cx="1920240" cy="1463040"/>
          </a:xfrm>
          <a:prstGeom prst="rect">
            <a:avLst/>
          </a:prstGeom>
          <a:solidFill>
            <a:srgbClr val="F39C12">
              <a:alpha val="90000"/>
            </a:srgbClr>
          </a:solidFill>
          <a:ln w="12700">
            <a:solidFill>
              <a:srgbClr val="F39C1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31152" y="1920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measured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organization-wide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023360" cy="1691640"/>
          </a:xfrm>
          <a:prstGeom prst="rect">
            <a:avLst/>
          </a:prstGeom>
          <a:solidFill>
            <a:srgbClr val="EBF5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F3"/>
                </a:solidFill>
              </a:rPr>
              <a:t>✍️  Author Publishes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 originator posts the final solution
• Mark idea as 'Solved' with outcome notes
• Link related resources or pull requests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4023360" cy="1691640"/>
          </a:xfrm>
          <a:prstGeom prst="rect">
            <a:avLst/>
          </a:prstGeom>
          <a:solidFill>
            <a:srgbClr val="EAFAF1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🌍  Community Publishes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community member can submit a solution
• Solutions are voted on independently
• Best-voted solution gets highlighted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Comments &amp; Discussion Scheduling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Thread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" cy="41148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Priya S. 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1"/>
                </a:solidFill>
              </a:rPr>
              <a:t>2h ago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E8F4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647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could reduce support costs by 30% — great idea!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411480" cy="4114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Raj M.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514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1"/>
                </a:solidFill>
              </a:rPr>
              <a:t>1h ago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" y="278892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E8F4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163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a similar approach in 2023, happy to share notes.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You 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93B1"/>
                </a:solidFill>
              </a:rPr>
              <a:t>Just now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384048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E8F4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679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Thanks! Let's sync this week to align on scope.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E8F1FA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93B1"/>
                </a:solidFill>
              </a:rPr>
              <a:t>Add a comment…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Discussion Call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46304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Pick date &amp; time from calendar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Invite idea author + stakeholders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7797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Set agenda from idea description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3467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Auto-generate meeting link (Teams/Zoom)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913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Send reminders to all attendees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4480560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2196F3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4480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 Schedule a Call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196F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the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Portal?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View &amp; vote on every idea with Like / Dislike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Business or Technical category on every 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Short + detailed descriptions for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Examples showing real-world impact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Author and community can submit solutions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Comments, discussion threads &amp; scheduling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466344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🚀  Let's Get Started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246ab786-299c-452a-94f5-294f3e441551">
      <Terms xmlns="http://schemas.microsoft.com/office/infopath/2007/PartnerControls"/>
    </lcf76f155ced4ddcb4097134ff3c332f>
    <_ip_UnifiedCompliancePolicyProperties xmlns="http://schemas.microsoft.com/sharepoint/v3" xsi:nil="true"/>
    <TaxCatchAll xmlns="fb95ee62-38fc-4527-81b6-0ec8324bd6e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302CF70C1BE3418914D92F33693589" ma:contentTypeVersion="13" ma:contentTypeDescription="Create a new document." ma:contentTypeScope="" ma:versionID="cba13d5ebab53b10122b7ec2b3fbd106">
  <xsd:schema xmlns:xsd="http://www.w3.org/2001/XMLSchema" xmlns:xs="http://www.w3.org/2001/XMLSchema" xmlns:p="http://schemas.microsoft.com/office/2006/metadata/properties" xmlns:ns1="http://schemas.microsoft.com/sharepoint/v3" xmlns:ns2="246ab786-299c-452a-94f5-294f3e441551" xmlns:ns3="fb95ee62-38fc-4527-81b6-0ec8324bd6e4" targetNamespace="http://schemas.microsoft.com/office/2006/metadata/properties" ma:root="true" ma:fieldsID="b35588f739232486bee8ca6c7e0cef7f" ns1:_="" ns2:_="" ns3:_="">
    <xsd:import namespace="http://schemas.microsoft.com/sharepoint/v3"/>
    <xsd:import namespace="246ab786-299c-452a-94f5-294f3e441551"/>
    <xsd:import namespace="fb95ee62-38fc-4527-81b6-0ec8324bd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6ab786-299c-452a-94f5-294f3e4415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50992b0-a4b4-4be0-8ccb-f7811996a7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95ee62-38fc-4527-81b6-0ec8324bd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5ecc934-bc07-4192-98e8-9f96a72b923c}" ma:internalName="TaxCatchAll" ma:showField="CatchAllData" ma:web="fb95ee62-38fc-4527-81b6-0ec8324bd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972CFA-1282-40A4-BFDB-8ABCBEC10EA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246ab786-299c-452a-94f5-294f3e441551"/>
    <ds:schemaRef ds:uri="fb95ee62-38fc-4527-81b6-0ec8324bd6e4"/>
  </ds:schemaRefs>
</ds:datastoreItem>
</file>

<file path=customXml/itemProps2.xml><?xml version="1.0" encoding="utf-8"?>
<ds:datastoreItem xmlns:ds="http://schemas.openxmlformats.org/officeDocument/2006/customXml" ds:itemID="{B3AEC2A1-7040-4959-9487-5402D18D2D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5DFF18-81ED-4C41-94CD-5BCAEBA1A2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46ab786-299c-452a-94f5-294f3e441551"/>
    <ds:schemaRef ds:uri="fb95ee62-38fc-4527-81b6-0ec8324bd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PptxGenJS</cp:lastModifiedBy>
  <cp:revision>5</cp:revision>
  <dcterms:created xsi:type="dcterms:W3CDTF">2026-04-16T10:22:18Z</dcterms:created>
  <dcterms:modified xsi:type="dcterms:W3CDTF">2026-04-22T03:06:51Z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0x010100B5302CF70C1BE3418914D92F33693589</vt:lpwstr>
  </property>
  <property fmtid="{D5CDD505-2E9C-101B-9397-08002B2CF9AE}" pid="3" name="Order">
    <vt:r8>226400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MSIP_Label_1f1df539-6093-4ec5-baaa-eb0dcc11254e_Enabled">
    <vt:lpwstr>true</vt:lpwstr>
  </property>
  <property fmtid="{D5CDD505-2E9C-101B-9397-08002B2CF9AE}" pid="10" name="MSIP_Label_1f1df539-6093-4ec5-baaa-eb0dcc11254e_SetDate">
    <vt:lpwstr>2026-04-16T14:09:12Z</vt:lpwstr>
  </property>
  <property fmtid="{D5CDD505-2E9C-101B-9397-08002B2CF9AE}" pid="11" name="MSIP_Label_1f1df539-6093-4ec5-baaa-eb0dcc11254e_Method">
    <vt:lpwstr>Standard</vt:lpwstr>
  </property>
  <property fmtid="{D5CDD505-2E9C-101B-9397-08002B2CF9AE}" pid="12" name="MSIP_Label_1f1df539-6093-4ec5-baaa-eb0dcc11254e_Name">
    <vt:lpwstr>General</vt:lpwstr>
  </property>
  <property fmtid="{D5CDD505-2E9C-101B-9397-08002B2CF9AE}" pid="13" name="MSIP_Label_1f1df539-6093-4ec5-baaa-eb0dcc11254e_SiteId">
    <vt:lpwstr>649fc29a-ece3-4a3b-a3c1-680a2f035a6e</vt:lpwstr>
  </property>
  <property fmtid="{D5CDD505-2E9C-101B-9397-08002B2CF9AE}" pid="14" name="MSIP_Label_1f1df539-6093-4ec5-baaa-eb0dcc11254e_ActionId">
    <vt:lpwstr>ce5e9b8a-90e0-43fd-b728-756f072097d9</vt:lpwstr>
  </property>
  <property fmtid="{D5CDD505-2E9C-101B-9397-08002B2CF9AE}" pid="15" name="MSIP_Label_1f1df539-6093-4ec5-baaa-eb0dcc11254e_ContentBits">
    <vt:lpwstr>0</vt:lpwstr>
  </property>
  <property fmtid="{D5CDD505-2E9C-101B-9397-08002B2CF9AE}" pid="16" name="MSIP_Label_1f1df539-6093-4ec5-baaa-eb0dcc11254e_Tag">
    <vt:lpwstr>10, 3, 0, 2</vt:lpwstr>
  </property>
  <property fmtid="{D5CDD505-2E9C-101B-9397-08002B2CF9AE}" pid="17" name="MediaServiceImageTags">
    <vt:lpwstr/>
  </property>
</Properties>
</file>