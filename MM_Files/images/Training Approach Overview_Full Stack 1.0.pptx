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147482986" r:id="rId5"/>
    <p:sldId id="2147482994" r:id="rId6"/>
    <p:sldId id="214748299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142E70-5F7C-4698-8D49-5DF9DF435652}" v="3" dt="2025-03-04T09:36:00.6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8" d="100"/>
          <a:sy n="48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Animesh" userId="074c02a8-1d27-4837-b395-35664964041e" providerId="ADAL" clId="{5748DA88-07FF-493B-8E22-482320BD0F87}"/>
    <pc:docChg chg="custSel modSld">
      <pc:chgData name="Kumar, Animesh" userId="074c02a8-1d27-4837-b395-35664964041e" providerId="ADAL" clId="{5748DA88-07FF-493B-8E22-482320BD0F87}" dt="2025-01-07T04:32:27.378" v="0" actId="313"/>
      <pc:docMkLst>
        <pc:docMk/>
      </pc:docMkLst>
      <pc:sldChg chg="modSp mod">
        <pc:chgData name="Kumar, Animesh" userId="074c02a8-1d27-4837-b395-35664964041e" providerId="ADAL" clId="{5748DA88-07FF-493B-8E22-482320BD0F87}" dt="2025-01-07T04:32:27.378" v="0" actId="313"/>
        <pc:sldMkLst>
          <pc:docMk/>
          <pc:sldMk cId="411050713" sldId="2147482995"/>
        </pc:sldMkLst>
        <pc:graphicFrameChg chg="modGraphic">
          <ac:chgData name="Kumar, Animesh" userId="074c02a8-1d27-4837-b395-35664964041e" providerId="ADAL" clId="{5748DA88-07FF-493B-8E22-482320BD0F87}" dt="2025-01-07T04:32:27.378" v="0" actId="313"/>
          <ac:graphicFrameMkLst>
            <pc:docMk/>
            <pc:sldMk cId="411050713" sldId="2147482995"/>
            <ac:graphicFrameMk id="4" creationId="{4C75E1F9-7EF6-80B5-E8BF-09F88942B68E}"/>
          </ac:graphicFrameMkLst>
        </pc:graphicFrameChg>
      </pc:sldChg>
    </pc:docChg>
  </pc:docChgLst>
  <pc:docChgLst>
    <pc:chgData name="Kumar, Animesh" userId="074c02a8-1d27-4837-b395-35664964041e" providerId="ADAL" clId="{82142E70-5F7C-4698-8D49-5DF9DF435652}"/>
    <pc:docChg chg="modSld">
      <pc:chgData name="Kumar, Animesh" userId="074c02a8-1d27-4837-b395-35664964041e" providerId="ADAL" clId="{82142E70-5F7C-4698-8D49-5DF9DF435652}" dt="2025-03-04T09:36:44.071" v="5" actId="20577"/>
      <pc:docMkLst>
        <pc:docMk/>
      </pc:docMkLst>
      <pc:sldChg chg="modSp mod">
        <pc:chgData name="Kumar, Animesh" userId="074c02a8-1d27-4837-b395-35664964041e" providerId="ADAL" clId="{82142E70-5F7C-4698-8D49-5DF9DF435652}" dt="2025-03-04T09:36:44.071" v="5" actId="20577"/>
        <pc:sldMkLst>
          <pc:docMk/>
          <pc:sldMk cId="1765107520" sldId="2147482986"/>
        </pc:sldMkLst>
        <pc:spChg chg="mod">
          <ac:chgData name="Kumar, Animesh" userId="074c02a8-1d27-4837-b395-35664964041e" providerId="ADAL" clId="{82142E70-5F7C-4698-8D49-5DF9DF435652}" dt="2025-03-04T09:36:44.071" v="5" actId="20577"/>
          <ac:spMkLst>
            <pc:docMk/>
            <pc:sldMk cId="1765107520" sldId="2147482986"/>
            <ac:spMk id="83" creationId="{D9B7181A-9E5D-1A1C-9502-7B31C627EE27}"/>
          </ac:spMkLst>
        </pc:spChg>
      </pc:sldChg>
      <pc:sldChg chg="modSp mod">
        <pc:chgData name="Kumar, Animesh" userId="074c02a8-1d27-4837-b395-35664964041e" providerId="ADAL" clId="{82142E70-5F7C-4698-8D49-5DF9DF435652}" dt="2025-03-04T09:34:47.620" v="1" actId="20577"/>
        <pc:sldMkLst>
          <pc:docMk/>
          <pc:sldMk cId="2822731627" sldId="2147482994"/>
        </pc:sldMkLst>
        <pc:spChg chg="mod">
          <ac:chgData name="Kumar, Animesh" userId="074c02a8-1d27-4837-b395-35664964041e" providerId="ADAL" clId="{82142E70-5F7C-4698-8D49-5DF9DF435652}" dt="2025-03-04T09:34:47.620" v="1" actId="20577"/>
          <ac:spMkLst>
            <pc:docMk/>
            <pc:sldMk cId="2822731627" sldId="2147482994"/>
            <ac:spMk id="3" creationId="{4B143F9F-6982-8115-DAD9-2D1A07974A23}"/>
          </ac:spMkLst>
        </pc:spChg>
      </pc:sldChg>
      <pc:sldChg chg="modSp mod">
        <pc:chgData name="Kumar, Animesh" userId="074c02a8-1d27-4837-b395-35664964041e" providerId="ADAL" clId="{82142E70-5F7C-4698-8D49-5DF9DF435652}" dt="2025-03-04T09:36:39.620" v="4" actId="20577"/>
        <pc:sldMkLst>
          <pc:docMk/>
          <pc:sldMk cId="411050713" sldId="2147482995"/>
        </pc:sldMkLst>
        <pc:spChg chg="mod">
          <ac:chgData name="Kumar, Animesh" userId="074c02a8-1d27-4837-b395-35664964041e" providerId="ADAL" clId="{82142E70-5F7C-4698-8D49-5DF9DF435652}" dt="2025-03-04T09:36:39.620" v="4" actId="20577"/>
          <ac:spMkLst>
            <pc:docMk/>
            <pc:sldMk cId="411050713" sldId="2147482995"/>
            <ac:spMk id="3" creationId="{4B143F9F-6982-8115-DAD9-2D1A07974A23}"/>
          </ac:spMkLst>
        </pc:spChg>
        <pc:graphicFrameChg chg="mod modGraphic">
          <ac:chgData name="Kumar, Animesh" userId="074c02a8-1d27-4837-b395-35664964041e" providerId="ADAL" clId="{82142E70-5F7C-4698-8D49-5DF9DF435652}" dt="2025-03-04T09:35:58.991" v="3"/>
          <ac:graphicFrameMkLst>
            <pc:docMk/>
            <pc:sldMk cId="411050713" sldId="2147482995"/>
            <ac:graphicFrameMk id="4" creationId="{4C75E1F9-7EF6-80B5-E8BF-09F88942B68E}"/>
          </ac:graphicFrameMkLst>
        </pc:graphicFrameChg>
      </pc:sldChg>
    </pc:docChg>
  </pc:docChgLst>
  <pc:docChgLst>
    <pc:chgData name="Kumar, Animesh" userId="074c02a8-1d27-4837-b395-35664964041e" providerId="ADAL" clId="{C86B7CF5-4A22-4A4E-A5F1-14BBC567E3FA}"/>
    <pc:docChg chg="modSld">
      <pc:chgData name="Kumar, Animesh" userId="074c02a8-1d27-4837-b395-35664964041e" providerId="ADAL" clId="{C86B7CF5-4A22-4A4E-A5F1-14BBC567E3FA}" dt="2024-11-29T05:35:14.460" v="0" actId="20577"/>
      <pc:docMkLst>
        <pc:docMk/>
      </pc:docMkLst>
      <pc:sldChg chg="modSp mod">
        <pc:chgData name="Kumar, Animesh" userId="074c02a8-1d27-4837-b395-35664964041e" providerId="ADAL" clId="{C86B7CF5-4A22-4A4E-A5F1-14BBC567E3FA}" dt="2024-11-29T05:35:14.460" v="0" actId="20577"/>
        <pc:sldMkLst>
          <pc:docMk/>
          <pc:sldMk cId="1765107520" sldId="2147482986"/>
        </pc:sldMkLst>
      </pc:sldChg>
    </pc:docChg>
  </pc:docChgLst>
  <pc:docChgLst>
    <pc:chgData name="Kumar, Animesh" userId="074c02a8-1d27-4837-b395-35664964041e" providerId="ADAL" clId="{3CFC66FA-924B-4EAC-B14B-A6F50E72E5EE}"/>
    <pc:docChg chg="undo custSel addSld modSld">
      <pc:chgData name="Kumar, Animesh" userId="074c02a8-1d27-4837-b395-35664964041e" providerId="ADAL" clId="{3CFC66FA-924B-4EAC-B14B-A6F50E72E5EE}" dt="2024-12-09T11:44:15.114" v="22"/>
      <pc:docMkLst>
        <pc:docMk/>
      </pc:docMkLst>
      <pc:sldChg chg="modSp add mod">
        <pc:chgData name="Kumar, Animesh" userId="074c02a8-1d27-4837-b395-35664964041e" providerId="ADAL" clId="{3CFC66FA-924B-4EAC-B14B-A6F50E72E5EE}" dt="2024-12-05T07:49:59.869" v="21" actId="14734"/>
        <pc:sldMkLst>
          <pc:docMk/>
          <pc:sldMk cId="2822731627" sldId="2147482994"/>
        </pc:sldMkLst>
        <pc:spChg chg="mod">
          <ac:chgData name="Kumar, Animesh" userId="074c02a8-1d27-4837-b395-35664964041e" providerId="ADAL" clId="{3CFC66FA-924B-4EAC-B14B-A6F50E72E5EE}" dt="2024-12-05T06:26:21.045" v="10" actId="20577"/>
          <ac:spMkLst>
            <pc:docMk/>
            <pc:sldMk cId="2822731627" sldId="2147482994"/>
            <ac:spMk id="3" creationId="{4B143F9F-6982-8115-DAD9-2D1A07974A23}"/>
          </ac:spMkLst>
        </pc:spChg>
        <pc:graphicFrameChg chg="modGraphic">
          <ac:chgData name="Kumar, Animesh" userId="074c02a8-1d27-4837-b395-35664964041e" providerId="ADAL" clId="{3CFC66FA-924B-4EAC-B14B-A6F50E72E5EE}" dt="2024-12-05T07:49:59.869" v="21" actId="14734"/>
          <ac:graphicFrameMkLst>
            <pc:docMk/>
            <pc:sldMk cId="2822731627" sldId="2147482994"/>
            <ac:graphicFrameMk id="4" creationId="{4C75E1F9-7EF6-80B5-E8BF-09F88942B68E}"/>
          </ac:graphicFrameMkLst>
        </pc:graphicFrameChg>
      </pc:sldChg>
      <pc:sldChg chg="modSp add mod">
        <pc:chgData name="Kumar, Animesh" userId="074c02a8-1d27-4837-b395-35664964041e" providerId="ADAL" clId="{3CFC66FA-924B-4EAC-B14B-A6F50E72E5EE}" dt="2024-12-09T11:44:15.114" v="22"/>
        <pc:sldMkLst>
          <pc:docMk/>
          <pc:sldMk cId="411050713" sldId="2147482995"/>
        </pc:sldMkLst>
        <pc:spChg chg="mod">
          <ac:chgData name="Kumar, Animesh" userId="074c02a8-1d27-4837-b395-35664964041e" providerId="ADAL" clId="{3CFC66FA-924B-4EAC-B14B-A6F50E72E5EE}" dt="2024-12-09T11:44:15.114" v="22"/>
          <ac:spMkLst>
            <pc:docMk/>
            <pc:sldMk cId="411050713" sldId="2147482995"/>
            <ac:spMk id="3" creationId="{4B143F9F-6982-8115-DAD9-2D1A07974A23}"/>
          </ac:spMkLst>
        </pc:spChg>
        <pc:graphicFrameChg chg="mod modGraphic">
          <ac:chgData name="Kumar, Animesh" userId="074c02a8-1d27-4837-b395-35664964041e" providerId="ADAL" clId="{3CFC66FA-924B-4EAC-B14B-A6F50E72E5EE}" dt="2024-12-05T07:49:53.678" v="20" actId="14734"/>
          <ac:graphicFrameMkLst>
            <pc:docMk/>
            <pc:sldMk cId="411050713" sldId="2147482995"/>
            <ac:graphicFrameMk id="4" creationId="{4C75E1F9-7EF6-80B5-E8BF-09F88942B68E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74361-F36F-C6D5-3BE1-91B3C1884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92FC93-CAB1-5B8E-7C6A-F3FE2C613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86C7D-45DE-4E26-B6EA-3B6BB5281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6776-4E6E-47FF-AA4B-36EA16B65948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9F8F7-5472-B3F5-FD68-3F209CEFD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3DA5E-196C-E504-2F9A-46ADF711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E5B7C-4B40-40B1-A202-EE61E6E83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2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CEF2D-EB08-F1A4-9164-3859270B2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5CB48-3694-55C0-E5D3-6029B4428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6FA59-9C21-FE9F-4C3B-37C43C374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6776-4E6E-47FF-AA4B-36EA16B65948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3EC9D-6816-97C8-DC37-8AC18E18C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72677-BC93-0962-9E4A-EAFE66CA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E5B7C-4B40-40B1-A202-EE61E6E83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0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54154-9CBF-3189-9C1C-3B7BD0746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E824C-D764-EA7B-EDB7-C54EEBA9E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CC564-8BF8-BA81-A7D8-16C433518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6776-4E6E-47FF-AA4B-36EA16B65948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4E147-8BDB-B116-AF1D-49003283C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62885-B473-4728-DF03-2F4B88F3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E5B7C-4B40-40B1-A202-EE61E6E83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87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ED979-F330-0ED6-16C2-E0EDB10B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07CE6-8DA7-6C60-39E4-C19D93F2D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EF683-1F50-3935-B25B-E10555961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49353-3D5B-9CDF-431A-B9FFEF97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6776-4E6E-47FF-AA4B-36EA16B65948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D8846-57C0-39AC-92C1-FEC7263A1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6FF1C-C401-BA54-4715-410634021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E5B7C-4B40-40B1-A202-EE61E6E83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48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D9DD-6235-D565-7E51-EAE50BE98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C0650-D06F-1547-CF25-908062665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E0669-CBD3-985D-67C9-A2D1BCF4F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8948A-6293-EFB9-9C16-BB341BBA3C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18853E-85F5-CC2F-7728-94E38B92D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F9F4D3-B807-5537-FCFA-7583A99FE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6776-4E6E-47FF-AA4B-36EA16B65948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A12B1E-533D-C97D-0540-72EAB6FE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E1EBD-08AE-0B01-94CD-2D732E5A3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E5B7C-4B40-40B1-A202-EE61E6E83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50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1BCD2-D9D4-7DB7-1661-E844289BF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FA02-A8E3-A4BE-B6D7-512FDAE1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6776-4E6E-47FF-AA4B-36EA16B65948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7C500D-08FA-A235-5C15-D93A21F6D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411AD-B5EA-9775-92AF-E3FDFD9FA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E5B7C-4B40-40B1-A202-EE61E6E83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31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4C85B-7128-13B2-57A8-280842412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6776-4E6E-47FF-AA4B-36EA16B65948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FDBEB7-01B6-9E57-645E-ECA33477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01D8E-8767-AFF7-A367-38D3FB53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E5B7C-4B40-40B1-A202-EE61E6E83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6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30869-D797-EA0A-567C-EEDB1C85F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0FD86-C0B3-18E7-5B0A-16A9A5C4C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37A02-0898-1012-1445-2B8A91A5C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38685-5727-8679-999C-E85E7B839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6776-4E6E-47FF-AA4B-36EA16B65948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E99EB-0A87-DA95-4294-099379BC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93FF3-10FA-2A9A-3341-46636393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E5B7C-4B40-40B1-A202-EE61E6E83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59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3AAE1-F2DB-2EE6-6815-53B8054CB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15238-C962-DE31-56A1-DACB9945D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F9790-D684-E17D-89AE-982D5543F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1B2E9-6DE9-0163-8C1F-17E3F2F4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6776-4E6E-47FF-AA4B-36EA16B65948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1BA63-753B-E83F-6979-2C5097062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BCB62-4FC1-AB2B-BEFE-B8132A78C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E5B7C-4B40-40B1-A202-EE61E6E83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45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1D744-4D6E-BBDE-F2F8-4F43B63F4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FCD97-E649-F30A-5F51-092CA3865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8543A-7C94-513B-2504-5ADAB669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6776-4E6E-47FF-AA4B-36EA16B65948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8BF9C-277B-B382-B5FC-538B6F9F5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FFBB2-17E7-6975-564E-7F30536F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E5B7C-4B40-40B1-A202-EE61E6E83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93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71655-C5FC-F06A-7247-A9EA9E034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07BA0-D6EF-06FF-159E-C644C488F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2F574-A806-B790-1178-E92E5C3A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6776-4E6E-47FF-AA4B-36EA16B65948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888A8-D9C2-ED40-B37C-06FA3836A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C3504-4F0A-85E2-A403-693A4EE7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E5B7C-4B40-40B1-A202-EE61E6E83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429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7FE41D-0AE6-4412-CC97-E4AB01D5C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CCC15-772E-4216-5125-CCB8BCE8B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BA698-FA58-3008-4D46-9D596B629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A6776-4E6E-47FF-AA4B-36EA16B65948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35918-C260-2946-62B7-873BA8F73F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4113C-0CD5-F43F-D819-56BCFF6EF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8E5B7C-4B40-40B1-A202-EE61E6E83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6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assmutual.sharepoint.com/:f:/r/sites/SaleDistrTraining/Shared%20Documents/MassMutual%20Business%20Overview?csf=1&amp;web=1&amp;e=1RjrnZ" TargetMode="External"/><Relationship Id="rId2" Type="http://schemas.openxmlformats.org/officeDocument/2006/relationships/hyperlink" Target="https://massmutual.sharepoint.com/:f:/r/sites/SaleDistrTraining/Shared%20Documents/MassMutual%20Business%20Overview/Basics%20of%20Insurance?csf=1&amp;web=1&amp;e=zJVP7M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myworkday.com/massmutual/learning/course/43a1a9d610551000adebb6b3c2c40000?type=9882927d138b100019b928e75843018d" TargetMode="External"/><Relationship Id="rId4" Type="http://schemas.openxmlformats.org/officeDocument/2006/relationships/hyperlink" Target="https://www.myworkday.com/massmutual/learning/course/3d6c4455c7690101a47c5e7555250000?type=9882927d138b100019b928e75843018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assmutual.atlassian.net/wiki/spaces/ALP/pages/4102128339/Getting+started+with+Jenkins+for+node.js+CI+CD+-+Serverless+Lambda" TargetMode="External"/><Relationship Id="rId2" Type="http://schemas.openxmlformats.org/officeDocument/2006/relationships/hyperlink" Target="https://massmutual.atlassian.net/wiki/spaces/MKT/pages/4785308352/Web+Application+Development?atlOrigin=eyJpIjoiNzk5OWE2NmZmMTRhNGQyMjliNGNiOTFjMDFmMjU4NDIiLCJwIjoiY29uZmx1ZW5jZS1jaGF0cy1pbnQifQ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assmutual.atlassian.net/wiki/spaces/FAB/pages/3875376461/Welcome+to+Kong?atlOrigin=eyJpIjoiYTRhYjMxY2ViM2IzNDQ3NmE4ZWY2NmMwZGEyODI5OWMiLCJwIjoiY29uZmx1ZW5jZS1jaGF0cy1pbnQifQ" TargetMode="External"/><Relationship Id="rId4" Type="http://schemas.openxmlformats.org/officeDocument/2006/relationships/hyperlink" Target="https://massmutual.atlassian.net/wiki/spaces/EA/pages/1584366179/Obtaining+Temporary+API+Access+Keys+via+Okta+getAWSTempCredentials?atlOrigin=eyJpIjoiNGEwNzllYTViNWNkNGI2NjkzMDliNjBlMTViMTE2YWIiLCJwIjoiY29uZmx1ZW5jZS1jaGF0cy1pbnQif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>
            <a:extLst>
              <a:ext uri="{FF2B5EF4-FFF2-40B4-BE49-F238E27FC236}">
                <a16:creationId xmlns:a16="http://schemas.microsoft.com/office/drawing/2014/main" id="{D9B7181A-9E5D-1A1C-9502-7B31C627EE27}"/>
              </a:ext>
            </a:extLst>
          </p:cNvPr>
          <p:cNvSpPr txBox="1"/>
          <p:nvPr/>
        </p:nvSpPr>
        <p:spPr>
          <a:xfrm>
            <a:off x="94005" y="28162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Onboarding and Training Approach Template –Full stack Roles</a:t>
            </a:r>
            <a:endParaRPr lang="en-US" dirty="0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7DB5B3A-04C0-8253-CE40-0CF73B5E3BA9}"/>
              </a:ext>
            </a:extLst>
          </p:cNvPr>
          <p:cNvGrpSpPr/>
          <p:nvPr/>
        </p:nvGrpSpPr>
        <p:grpSpPr>
          <a:xfrm>
            <a:off x="82683" y="1391292"/>
            <a:ext cx="11691153" cy="4755984"/>
            <a:chOff x="141949" y="1035693"/>
            <a:chExt cx="11691153" cy="4755984"/>
          </a:xfrm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31D2B15-C268-80E3-2F6B-E2D0C7E7F8B8}"/>
                </a:ext>
              </a:extLst>
            </p:cNvPr>
            <p:cNvSpPr/>
            <p:nvPr/>
          </p:nvSpPr>
          <p:spPr>
            <a:xfrm rot="16200000" flipH="1">
              <a:off x="4374545" y="-2321317"/>
              <a:ext cx="3327399" cy="11273376"/>
            </a:xfrm>
            <a:custGeom>
              <a:avLst/>
              <a:gdLst>
                <a:gd name="connsiteX0" fmla="*/ 0 w 3327399"/>
                <a:gd name="connsiteY0" fmla="*/ 9410709 h 11273376"/>
                <a:gd name="connsiteX1" fmla="*/ 0 w 3327399"/>
                <a:gd name="connsiteY1" fmla="*/ 10479046 h 11273376"/>
                <a:gd name="connsiteX2" fmla="*/ 794330 w 3327399"/>
                <a:gd name="connsiteY2" fmla="*/ 11273376 h 11273376"/>
                <a:gd name="connsiteX3" fmla="*/ 1022914 w 3327399"/>
                <a:gd name="connsiteY3" fmla="*/ 11273376 h 11273376"/>
                <a:gd name="connsiteX4" fmla="*/ 1817244 w 3327399"/>
                <a:gd name="connsiteY4" fmla="*/ 10479046 h 11273376"/>
                <a:gd name="connsiteX5" fmla="*/ 1817244 w 3327399"/>
                <a:gd name="connsiteY5" fmla="*/ 10403903 h 11273376"/>
                <a:gd name="connsiteX6" fmla="*/ 1820334 w 3327399"/>
                <a:gd name="connsiteY6" fmla="*/ 10388597 h 11273376"/>
                <a:gd name="connsiteX7" fmla="*/ 1820334 w 3327399"/>
                <a:gd name="connsiteY7" fmla="*/ 9715516 h 11273376"/>
                <a:gd name="connsiteX8" fmla="*/ 1820334 w 3327399"/>
                <a:gd name="connsiteY8" fmla="*/ 1879600 h 11273376"/>
                <a:gd name="connsiteX9" fmla="*/ 1816956 w 3327399"/>
                <a:gd name="connsiteY9" fmla="*/ 1862868 h 11273376"/>
                <a:gd name="connsiteX10" fmla="*/ 1820280 w 3327399"/>
                <a:gd name="connsiteY10" fmla="*/ 1829892 h 11273376"/>
                <a:gd name="connsiteX11" fmla="*/ 2301397 w 3327399"/>
                <a:gd name="connsiteY11" fmla="*/ 1437771 h 11273376"/>
                <a:gd name="connsiteX12" fmla="*/ 2529982 w 3327399"/>
                <a:gd name="connsiteY12" fmla="*/ 1437772 h 11273376"/>
                <a:gd name="connsiteX13" fmla="*/ 3021076 w 3327399"/>
                <a:gd name="connsiteY13" fmla="*/ 1928866 h 11273376"/>
                <a:gd name="connsiteX14" fmla="*/ 3021076 w 3327399"/>
                <a:gd name="connsiteY14" fmla="*/ 2709328 h 11273376"/>
                <a:gd name="connsiteX15" fmla="*/ 3022599 w 3327399"/>
                <a:gd name="connsiteY15" fmla="*/ 2709328 h 11273376"/>
                <a:gd name="connsiteX16" fmla="*/ 3022599 w 3327399"/>
                <a:gd name="connsiteY16" fmla="*/ 10458455 h 11273376"/>
                <a:gd name="connsiteX17" fmla="*/ 3073400 w 3327399"/>
                <a:gd name="connsiteY17" fmla="*/ 10509256 h 11273376"/>
                <a:gd name="connsiteX18" fmla="*/ 3276598 w 3327399"/>
                <a:gd name="connsiteY18" fmla="*/ 10509256 h 11273376"/>
                <a:gd name="connsiteX19" fmla="*/ 3327399 w 3327399"/>
                <a:gd name="connsiteY19" fmla="*/ 10458455 h 11273376"/>
                <a:gd name="connsiteX20" fmla="*/ 3327399 w 3327399"/>
                <a:gd name="connsiteY20" fmla="*/ 1949457 h 11273376"/>
                <a:gd name="connsiteX21" fmla="*/ 3324311 w 3327399"/>
                <a:gd name="connsiteY21" fmla="*/ 1934162 h 11273376"/>
                <a:gd name="connsiteX22" fmla="*/ 3324311 w 3327399"/>
                <a:gd name="connsiteY22" fmla="*/ 1928866 h 11273376"/>
                <a:gd name="connsiteX23" fmla="*/ 2529981 w 3327399"/>
                <a:gd name="connsiteY23" fmla="*/ 1134536 h 11273376"/>
                <a:gd name="connsiteX24" fmla="*/ 2301397 w 3327399"/>
                <a:gd name="connsiteY24" fmla="*/ 1134536 h 11273376"/>
                <a:gd name="connsiteX25" fmla="*/ 1507067 w 3327399"/>
                <a:gd name="connsiteY25" fmla="*/ 1928866 h 11273376"/>
                <a:gd name="connsiteX26" fmla="*/ 1507067 w 3327399"/>
                <a:gd name="connsiteY26" fmla="*/ 2997203 h 11273376"/>
                <a:gd name="connsiteX27" fmla="*/ 1515534 w 3327399"/>
                <a:gd name="connsiteY27" fmla="*/ 2997203 h 11273376"/>
                <a:gd name="connsiteX28" fmla="*/ 1515534 w 3327399"/>
                <a:gd name="connsiteY28" fmla="*/ 9715516 h 11273376"/>
                <a:gd name="connsiteX29" fmla="*/ 1514009 w 3327399"/>
                <a:gd name="connsiteY29" fmla="*/ 9715516 h 11273376"/>
                <a:gd name="connsiteX30" fmla="*/ 1514009 w 3327399"/>
                <a:gd name="connsiteY30" fmla="*/ 10479046 h 11273376"/>
                <a:gd name="connsiteX31" fmla="*/ 1022915 w 3327399"/>
                <a:gd name="connsiteY31" fmla="*/ 10970140 h 11273376"/>
                <a:gd name="connsiteX32" fmla="*/ 794330 w 3327399"/>
                <a:gd name="connsiteY32" fmla="*/ 10970141 h 11273376"/>
                <a:gd name="connsiteX33" fmla="*/ 303236 w 3327399"/>
                <a:gd name="connsiteY33" fmla="*/ 10479047 h 11273376"/>
                <a:gd name="connsiteX34" fmla="*/ 303236 w 3327399"/>
                <a:gd name="connsiteY34" fmla="*/ 10430212 h 11273376"/>
                <a:gd name="connsiteX35" fmla="*/ 304800 w 3327399"/>
                <a:gd name="connsiteY35" fmla="*/ 10422464 h 11273376"/>
                <a:gd name="connsiteX36" fmla="*/ 304800 w 3327399"/>
                <a:gd name="connsiteY36" fmla="*/ 50800 h 11273376"/>
                <a:gd name="connsiteX37" fmla="*/ 253999 w 3327399"/>
                <a:gd name="connsiteY37" fmla="*/ 0 h 11273376"/>
                <a:gd name="connsiteX38" fmla="*/ 50801 w 3327399"/>
                <a:gd name="connsiteY38" fmla="*/ 0 h 11273376"/>
                <a:gd name="connsiteX39" fmla="*/ 0 w 3327399"/>
                <a:gd name="connsiteY39" fmla="*/ 50800 h 11273376"/>
                <a:gd name="connsiteX40" fmla="*/ 0 w 3327399"/>
                <a:gd name="connsiteY40" fmla="*/ 9410709 h 11273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27399" h="11273376">
                  <a:moveTo>
                    <a:pt x="0" y="9410709"/>
                  </a:moveTo>
                  <a:lnTo>
                    <a:pt x="0" y="10479046"/>
                  </a:lnTo>
                  <a:cubicBezTo>
                    <a:pt x="0" y="10917742"/>
                    <a:pt x="355634" y="11273376"/>
                    <a:pt x="794330" y="11273376"/>
                  </a:cubicBezTo>
                  <a:lnTo>
                    <a:pt x="1022914" y="11273376"/>
                  </a:lnTo>
                  <a:cubicBezTo>
                    <a:pt x="1461610" y="11273376"/>
                    <a:pt x="1817244" y="10917742"/>
                    <a:pt x="1817244" y="10479046"/>
                  </a:cubicBezTo>
                  <a:lnTo>
                    <a:pt x="1817244" y="10403903"/>
                  </a:lnTo>
                  <a:lnTo>
                    <a:pt x="1820334" y="10388597"/>
                  </a:lnTo>
                  <a:lnTo>
                    <a:pt x="1820334" y="9715516"/>
                  </a:lnTo>
                  <a:lnTo>
                    <a:pt x="1820334" y="1879600"/>
                  </a:lnTo>
                  <a:lnTo>
                    <a:pt x="1816956" y="1862868"/>
                  </a:lnTo>
                  <a:lnTo>
                    <a:pt x="1820280" y="1829892"/>
                  </a:lnTo>
                  <a:cubicBezTo>
                    <a:pt x="1866073" y="1606109"/>
                    <a:pt x="2064076" y="1437771"/>
                    <a:pt x="2301397" y="1437771"/>
                  </a:cubicBezTo>
                  <a:lnTo>
                    <a:pt x="2529982" y="1437772"/>
                  </a:lnTo>
                  <a:cubicBezTo>
                    <a:pt x="2801206" y="1437772"/>
                    <a:pt x="3021076" y="1657642"/>
                    <a:pt x="3021076" y="1928866"/>
                  </a:cubicBezTo>
                  <a:lnTo>
                    <a:pt x="3021076" y="2709328"/>
                  </a:lnTo>
                  <a:lnTo>
                    <a:pt x="3022599" y="2709328"/>
                  </a:lnTo>
                  <a:lnTo>
                    <a:pt x="3022599" y="10458455"/>
                  </a:lnTo>
                  <a:cubicBezTo>
                    <a:pt x="3022599" y="10486512"/>
                    <a:pt x="3045343" y="10509256"/>
                    <a:pt x="3073400" y="10509256"/>
                  </a:cubicBezTo>
                  <a:lnTo>
                    <a:pt x="3276598" y="10509256"/>
                  </a:lnTo>
                  <a:cubicBezTo>
                    <a:pt x="3304655" y="10509256"/>
                    <a:pt x="3327399" y="10486512"/>
                    <a:pt x="3327399" y="10458455"/>
                  </a:cubicBezTo>
                  <a:lnTo>
                    <a:pt x="3327399" y="1949457"/>
                  </a:lnTo>
                  <a:lnTo>
                    <a:pt x="3324311" y="1934162"/>
                  </a:lnTo>
                  <a:lnTo>
                    <a:pt x="3324311" y="1928866"/>
                  </a:lnTo>
                  <a:cubicBezTo>
                    <a:pt x="3324311" y="1490170"/>
                    <a:pt x="2968677" y="1134536"/>
                    <a:pt x="2529981" y="1134536"/>
                  </a:cubicBezTo>
                  <a:lnTo>
                    <a:pt x="2301397" y="1134536"/>
                  </a:lnTo>
                  <a:cubicBezTo>
                    <a:pt x="1862701" y="1134536"/>
                    <a:pt x="1507067" y="1490170"/>
                    <a:pt x="1507067" y="1928866"/>
                  </a:cubicBezTo>
                  <a:lnTo>
                    <a:pt x="1507067" y="2997203"/>
                  </a:lnTo>
                  <a:lnTo>
                    <a:pt x="1515534" y="2997203"/>
                  </a:lnTo>
                  <a:lnTo>
                    <a:pt x="1515534" y="9715516"/>
                  </a:lnTo>
                  <a:lnTo>
                    <a:pt x="1514009" y="9715516"/>
                  </a:lnTo>
                  <a:lnTo>
                    <a:pt x="1514009" y="10479046"/>
                  </a:lnTo>
                  <a:cubicBezTo>
                    <a:pt x="1514009" y="10750270"/>
                    <a:pt x="1294139" y="10970140"/>
                    <a:pt x="1022915" y="10970140"/>
                  </a:cubicBezTo>
                  <a:lnTo>
                    <a:pt x="794330" y="10970141"/>
                  </a:lnTo>
                  <a:cubicBezTo>
                    <a:pt x="523106" y="10970141"/>
                    <a:pt x="303236" y="10750271"/>
                    <a:pt x="303236" y="10479047"/>
                  </a:cubicBezTo>
                  <a:lnTo>
                    <a:pt x="303236" y="10430212"/>
                  </a:lnTo>
                  <a:lnTo>
                    <a:pt x="304800" y="10422464"/>
                  </a:lnTo>
                  <a:lnTo>
                    <a:pt x="304800" y="50800"/>
                  </a:lnTo>
                  <a:cubicBezTo>
                    <a:pt x="304800" y="22744"/>
                    <a:pt x="282056" y="0"/>
                    <a:pt x="253999" y="0"/>
                  </a:cubicBezTo>
                  <a:lnTo>
                    <a:pt x="50801" y="0"/>
                  </a:lnTo>
                  <a:cubicBezTo>
                    <a:pt x="22744" y="0"/>
                    <a:pt x="0" y="22744"/>
                    <a:pt x="0" y="50800"/>
                  </a:cubicBezTo>
                  <a:lnTo>
                    <a:pt x="0" y="9410709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339B897-7E61-D22C-955F-B47EE6A5E700}"/>
                </a:ext>
              </a:extLst>
            </p:cNvPr>
            <p:cNvGrpSpPr/>
            <p:nvPr/>
          </p:nvGrpSpPr>
          <p:grpSpPr>
            <a:xfrm>
              <a:off x="6319001" y="1035693"/>
              <a:ext cx="634641" cy="556098"/>
              <a:chOff x="5873851" y="173292"/>
              <a:chExt cx="634641" cy="556098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30F9DDAB-A98C-09F6-4FB2-752C624805C8}"/>
                  </a:ext>
                </a:extLst>
              </p:cNvPr>
              <p:cNvSpPr/>
              <p:nvPr/>
            </p:nvSpPr>
            <p:spPr>
              <a:xfrm>
                <a:off x="5873851" y="173292"/>
                <a:ext cx="634641" cy="55609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7" name="Graphic 16" descr="Contract with solid fill">
                <a:extLst>
                  <a:ext uri="{FF2B5EF4-FFF2-40B4-BE49-F238E27FC236}">
                    <a16:creationId xmlns:a16="http://schemas.microsoft.com/office/drawing/2014/main" id="{F63D4916-02EC-FACF-810A-016A2028FF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964854" y="237733"/>
                <a:ext cx="457200" cy="457200"/>
              </a:xfrm>
              <a:prstGeom prst="rect">
                <a:avLst/>
              </a:prstGeom>
            </p:spPr>
          </p:pic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BC5BD77-3A45-622D-2DD7-8DE4B411E663}"/>
                </a:ext>
              </a:extLst>
            </p:cNvPr>
            <p:cNvGrpSpPr/>
            <p:nvPr/>
          </p:nvGrpSpPr>
          <p:grpSpPr>
            <a:xfrm>
              <a:off x="562623" y="1246791"/>
              <a:ext cx="2382237" cy="439399"/>
              <a:chOff x="359423" y="323924"/>
              <a:chExt cx="2382237" cy="439399"/>
            </a:xfrm>
          </p:grpSpPr>
          <p:sp>
            <p:nvSpPr>
              <p:cNvPr id="69" name="Arrow: Right 68">
                <a:extLst>
                  <a:ext uri="{FF2B5EF4-FFF2-40B4-BE49-F238E27FC236}">
                    <a16:creationId xmlns:a16="http://schemas.microsoft.com/office/drawing/2014/main" id="{3093684F-F4E2-E6A6-551D-53ADC5F08998}"/>
                  </a:ext>
                </a:extLst>
              </p:cNvPr>
              <p:cNvSpPr/>
              <p:nvPr/>
            </p:nvSpPr>
            <p:spPr>
              <a:xfrm>
                <a:off x="359423" y="323924"/>
                <a:ext cx="2382237" cy="439399"/>
              </a:xfrm>
              <a:prstGeom prst="rightArrow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DB7AD0-137F-5DFB-B753-F55C13A40119}"/>
                  </a:ext>
                </a:extLst>
              </p:cNvPr>
              <p:cNvSpPr txBox="1"/>
              <p:nvPr/>
            </p:nvSpPr>
            <p:spPr>
              <a:xfrm>
                <a:off x="359424" y="412819"/>
                <a:ext cx="238223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100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New Hire/CTR/CTH Onboarding</a:t>
                </a:r>
                <a:endParaRPr lang="en-US" sz="1100" b="1" dirty="0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8A3511C-2689-6B26-EC93-BA114223489C}"/>
                </a:ext>
              </a:extLst>
            </p:cNvPr>
            <p:cNvGrpSpPr/>
            <p:nvPr/>
          </p:nvGrpSpPr>
          <p:grpSpPr>
            <a:xfrm>
              <a:off x="9485350" y="2559189"/>
              <a:ext cx="661798" cy="584015"/>
              <a:chOff x="5681769" y="3653036"/>
              <a:chExt cx="1023409" cy="960304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440CB9A6-3FDC-024E-CBA8-BC212762B5CD}"/>
                  </a:ext>
                </a:extLst>
              </p:cNvPr>
              <p:cNvGrpSpPr/>
              <p:nvPr/>
            </p:nvGrpSpPr>
            <p:grpSpPr>
              <a:xfrm>
                <a:off x="5723764" y="3653036"/>
                <a:ext cx="981414" cy="914400"/>
                <a:chOff x="5690257" y="2738636"/>
                <a:chExt cx="981414" cy="914400"/>
              </a:xfrm>
            </p:grpSpPr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ACFE4EED-99CB-8387-9E21-8D25974541EE}"/>
                    </a:ext>
                  </a:extLst>
                </p:cNvPr>
                <p:cNvSpPr/>
                <p:nvPr/>
              </p:nvSpPr>
              <p:spPr>
                <a:xfrm>
                  <a:off x="5690257" y="2738636"/>
                  <a:ext cx="981414" cy="914400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23" name="Graphic 8" descr="Users with solid fill">
                  <a:extLst>
                    <a:ext uri="{FF2B5EF4-FFF2-40B4-BE49-F238E27FC236}">
                      <a16:creationId xmlns:a16="http://schemas.microsoft.com/office/drawing/2014/main" id="{FCDB14B8-76C0-6FF9-B995-B7A7A38B738A}"/>
                    </a:ext>
                  </a:extLst>
                </p:cNvPr>
                <p:cNvGrpSpPr/>
                <p:nvPr/>
              </p:nvGrpSpPr>
              <p:grpSpPr>
                <a:xfrm>
                  <a:off x="6013654" y="3020379"/>
                  <a:ext cx="428442" cy="267266"/>
                  <a:chOff x="6013654" y="3020379"/>
                  <a:chExt cx="428442" cy="267266"/>
                </a:xfrm>
                <a:solidFill>
                  <a:schemeClr val="bg1"/>
                </a:solidFill>
              </p:grpSpPr>
              <p:sp>
                <p:nvSpPr>
                  <p:cNvPr id="24" name="Freeform: Shape 23">
                    <a:extLst>
                      <a:ext uri="{FF2B5EF4-FFF2-40B4-BE49-F238E27FC236}">
                        <a16:creationId xmlns:a16="http://schemas.microsoft.com/office/drawing/2014/main" id="{6B634006-95BC-CA54-4108-F5E5F2417BC4}"/>
                      </a:ext>
                    </a:extLst>
                  </p:cNvPr>
                  <p:cNvSpPr/>
                  <p:nvPr/>
                </p:nvSpPr>
                <p:spPr>
                  <a:xfrm>
                    <a:off x="6059558" y="3020379"/>
                    <a:ext cx="91809" cy="91809"/>
                  </a:xfrm>
                  <a:custGeom>
                    <a:avLst/>
                    <a:gdLst>
                      <a:gd name="connsiteX0" fmla="*/ 91809 w 91809"/>
                      <a:gd name="connsiteY0" fmla="*/ 45905 h 91809"/>
                      <a:gd name="connsiteX1" fmla="*/ 45905 w 91809"/>
                      <a:gd name="connsiteY1" fmla="*/ 91809 h 91809"/>
                      <a:gd name="connsiteX2" fmla="*/ 0 w 91809"/>
                      <a:gd name="connsiteY2" fmla="*/ 45905 h 91809"/>
                      <a:gd name="connsiteX3" fmla="*/ 45905 w 91809"/>
                      <a:gd name="connsiteY3" fmla="*/ 0 h 91809"/>
                      <a:gd name="connsiteX4" fmla="*/ 91809 w 91809"/>
                      <a:gd name="connsiteY4" fmla="*/ 45905 h 918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809" h="91809">
                        <a:moveTo>
                          <a:pt x="91809" y="45905"/>
                        </a:moveTo>
                        <a:cubicBezTo>
                          <a:pt x="91809" y="71257"/>
                          <a:pt x="71257" y="91809"/>
                          <a:pt x="45905" y="91809"/>
                        </a:cubicBezTo>
                        <a:cubicBezTo>
                          <a:pt x="20552" y="91809"/>
                          <a:pt x="0" y="71257"/>
                          <a:pt x="0" y="45905"/>
                        </a:cubicBezTo>
                        <a:cubicBezTo>
                          <a:pt x="0" y="20552"/>
                          <a:pt x="20552" y="0"/>
                          <a:pt x="45905" y="0"/>
                        </a:cubicBezTo>
                        <a:cubicBezTo>
                          <a:pt x="71257" y="0"/>
                          <a:pt x="91809" y="20552"/>
                          <a:pt x="91809" y="45905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506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5" name="Freeform: Shape 24">
                    <a:extLst>
                      <a:ext uri="{FF2B5EF4-FFF2-40B4-BE49-F238E27FC236}">
                        <a16:creationId xmlns:a16="http://schemas.microsoft.com/office/drawing/2014/main" id="{6B84A073-DFAD-0019-4159-59BBFECEC998}"/>
                      </a:ext>
                    </a:extLst>
                  </p:cNvPr>
                  <p:cNvSpPr/>
                  <p:nvPr/>
                </p:nvSpPr>
                <p:spPr>
                  <a:xfrm>
                    <a:off x="6304383" y="3020379"/>
                    <a:ext cx="91809" cy="91809"/>
                  </a:xfrm>
                  <a:custGeom>
                    <a:avLst/>
                    <a:gdLst>
                      <a:gd name="connsiteX0" fmla="*/ 91809 w 91809"/>
                      <a:gd name="connsiteY0" fmla="*/ 45905 h 91809"/>
                      <a:gd name="connsiteX1" fmla="*/ 45905 w 91809"/>
                      <a:gd name="connsiteY1" fmla="*/ 91809 h 91809"/>
                      <a:gd name="connsiteX2" fmla="*/ 0 w 91809"/>
                      <a:gd name="connsiteY2" fmla="*/ 45905 h 91809"/>
                      <a:gd name="connsiteX3" fmla="*/ 45905 w 91809"/>
                      <a:gd name="connsiteY3" fmla="*/ 0 h 91809"/>
                      <a:gd name="connsiteX4" fmla="*/ 91809 w 91809"/>
                      <a:gd name="connsiteY4" fmla="*/ 45905 h 918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809" h="91809">
                        <a:moveTo>
                          <a:pt x="91809" y="45905"/>
                        </a:moveTo>
                        <a:cubicBezTo>
                          <a:pt x="91809" y="71257"/>
                          <a:pt x="71257" y="91809"/>
                          <a:pt x="45905" y="91809"/>
                        </a:cubicBezTo>
                        <a:cubicBezTo>
                          <a:pt x="20552" y="91809"/>
                          <a:pt x="0" y="71257"/>
                          <a:pt x="0" y="45905"/>
                        </a:cubicBezTo>
                        <a:cubicBezTo>
                          <a:pt x="0" y="20552"/>
                          <a:pt x="20552" y="0"/>
                          <a:pt x="45905" y="0"/>
                        </a:cubicBezTo>
                        <a:cubicBezTo>
                          <a:pt x="71257" y="0"/>
                          <a:pt x="91809" y="20552"/>
                          <a:pt x="91809" y="45905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506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CB960F70-78E8-A16C-BDC0-381F21DF0FF5}"/>
                      </a:ext>
                    </a:extLst>
                  </p:cNvPr>
                  <p:cNvSpPr/>
                  <p:nvPr/>
                </p:nvSpPr>
                <p:spPr>
                  <a:xfrm>
                    <a:off x="6136066" y="3195836"/>
                    <a:ext cx="183618" cy="91809"/>
                  </a:xfrm>
                  <a:custGeom>
                    <a:avLst/>
                    <a:gdLst>
                      <a:gd name="connsiteX0" fmla="*/ 183618 w 183618"/>
                      <a:gd name="connsiteY0" fmla="*/ 91809 h 91809"/>
                      <a:gd name="connsiteX1" fmla="*/ 183618 w 183618"/>
                      <a:gd name="connsiteY1" fmla="*/ 45905 h 91809"/>
                      <a:gd name="connsiteX2" fmla="*/ 174437 w 183618"/>
                      <a:gd name="connsiteY2" fmla="*/ 27543 h 91809"/>
                      <a:gd name="connsiteX3" fmla="*/ 129553 w 183618"/>
                      <a:gd name="connsiteY3" fmla="*/ 6121 h 91809"/>
                      <a:gd name="connsiteX4" fmla="*/ 91809 w 183618"/>
                      <a:gd name="connsiteY4" fmla="*/ 0 h 91809"/>
                      <a:gd name="connsiteX5" fmla="*/ 54065 w 183618"/>
                      <a:gd name="connsiteY5" fmla="*/ 6121 h 91809"/>
                      <a:gd name="connsiteX6" fmla="*/ 9181 w 183618"/>
                      <a:gd name="connsiteY6" fmla="*/ 27543 h 91809"/>
                      <a:gd name="connsiteX7" fmla="*/ 0 w 183618"/>
                      <a:gd name="connsiteY7" fmla="*/ 45905 h 91809"/>
                      <a:gd name="connsiteX8" fmla="*/ 0 w 183618"/>
                      <a:gd name="connsiteY8" fmla="*/ 91809 h 91809"/>
                      <a:gd name="connsiteX9" fmla="*/ 183618 w 183618"/>
                      <a:gd name="connsiteY9" fmla="*/ 91809 h 918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83618" h="91809">
                        <a:moveTo>
                          <a:pt x="183618" y="91809"/>
                        </a:moveTo>
                        <a:lnTo>
                          <a:pt x="183618" y="45905"/>
                        </a:lnTo>
                        <a:cubicBezTo>
                          <a:pt x="183618" y="38764"/>
                          <a:pt x="180558" y="31623"/>
                          <a:pt x="174437" y="27543"/>
                        </a:cubicBezTo>
                        <a:cubicBezTo>
                          <a:pt x="162196" y="17342"/>
                          <a:pt x="145875" y="10201"/>
                          <a:pt x="129553" y="6121"/>
                        </a:cubicBezTo>
                        <a:cubicBezTo>
                          <a:pt x="118332" y="3060"/>
                          <a:pt x="105071" y="0"/>
                          <a:pt x="91809" y="0"/>
                        </a:cubicBezTo>
                        <a:cubicBezTo>
                          <a:pt x="79568" y="0"/>
                          <a:pt x="66307" y="2040"/>
                          <a:pt x="54065" y="6121"/>
                        </a:cubicBezTo>
                        <a:cubicBezTo>
                          <a:pt x="37744" y="10201"/>
                          <a:pt x="22442" y="18362"/>
                          <a:pt x="9181" y="27543"/>
                        </a:cubicBezTo>
                        <a:cubicBezTo>
                          <a:pt x="3060" y="32643"/>
                          <a:pt x="0" y="38764"/>
                          <a:pt x="0" y="45905"/>
                        </a:cubicBezTo>
                        <a:lnTo>
                          <a:pt x="0" y="91809"/>
                        </a:lnTo>
                        <a:lnTo>
                          <a:pt x="183618" y="91809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506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7" name="Freeform: Shape 26">
                    <a:extLst>
                      <a:ext uri="{FF2B5EF4-FFF2-40B4-BE49-F238E27FC236}">
                        <a16:creationId xmlns:a16="http://schemas.microsoft.com/office/drawing/2014/main" id="{910BF279-D383-7D5C-5EBA-56890B49EEBA}"/>
                      </a:ext>
                    </a:extLst>
                  </p:cNvPr>
                  <p:cNvSpPr/>
                  <p:nvPr/>
                </p:nvSpPr>
                <p:spPr>
                  <a:xfrm>
                    <a:off x="6181970" y="3091786"/>
                    <a:ext cx="91809" cy="91809"/>
                  </a:xfrm>
                  <a:custGeom>
                    <a:avLst/>
                    <a:gdLst>
                      <a:gd name="connsiteX0" fmla="*/ 91809 w 91809"/>
                      <a:gd name="connsiteY0" fmla="*/ 45905 h 91809"/>
                      <a:gd name="connsiteX1" fmla="*/ 45905 w 91809"/>
                      <a:gd name="connsiteY1" fmla="*/ 91809 h 91809"/>
                      <a:gd name="connsiteX2" fmla="*/ 0 w 91809"/>
                      <a:gd name="connsiteY2" fmla="*/ 45905 h 91809"/>
                      <a:gd name="connsiteX3" fmla="*/ 45905 w 91809"/>
                      <a:gd name="connsiteY3" fmla="*/ 0 h 91809"/>
                      <a:gd name="connsiteX4" fmla="*/ 91809 w 91809"/>
                      <a:gd name="connsiteY4" fmla="*/ 45905 h 918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809" h="91809">
                        <a:moveTo>
                          <a:pt x="91809" y="45905"/>
                        </a:moveTo>
                        <a:cubicBezTo>
                          <a:pt x="91809" y="71257"/>
                          <a:pt x="71257" y="91809"/>
                          <a:pt x="45905" y="91809"/>
                        </a:cubicBezTo>
                        <a:cubicBezTo>
                          <a:pt x="20552" y="91809"/>
                          <a:pt x="0" y="71257"/>
                          <a:pt x="0" y="45905"/>
                        </a:cubicBezTo>
                        <a:cubicBezTo>
                          <a:pt x="0" y="20552"/>
                          <a:pt x="20552" y="0"/>
                          <a:pt x="45905" y="0"/>
                        </a:cubicBezTo>
                        <a:cubicBezTo>
                          <a:pt x="71257" y="0"/>
                          <a:pt x="91809" y="20552"/>
                          <a:pt x="91809" y="45905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506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" name="Freeform: Shape 27">
                    <a:extLst>
                      <a:ext uri="{FF2B5EF4-FFF2-40B4-BE49-F238E27FC236}">
                        <a16:creationId xmlns:a16="http://schemas.microsoft.com/office/drawing/2014/main" id="{CB099C0D-B4EA-282D-C641-6D2EB7FA65E1}"/>
                      </a:ext>
                    </a:extLst>
                  </p:cNvPr>
                  <p:cNvSpPr/>
                  <p:nvPr/>
                </p:nvSpPr>
                <p:spPr>
                  <a:xfrm>
                    <a:off x="6275820" y="3124429"/>
                    <a:ext cx="166276" cy="91809"/>
                  </a:xfrm>
                  <a:custGeom>
                    <a:avLst/>
                    <a:gdLst>
                      <a:gd name="connsiteX0" fmla="*/ 157096 w 166276"/>
                      <a:gd name="connsiteY0" fmla="*/ 27543 h 91809"/>
                      <a:gd name="connsiteX1" fmla="*/ 112211 w 166276"/>
                      <a:gd name="connsiteY1" fmla="*/ 6121 h 91809"/>
                      <a:gd name="connsiteX2" fmla="*/ 74467 w 166276"/>
                      <a:gd name="connsiteY2" fmla="*/ 0 h 91809"/>
                      <a:gd name="connsiteX3" fmla="*/ 36724 w 166276"/>
                      <a:gd name="connsiteY3" fmla="*/ 6121 h 91809"/>
                      <a:gd name="connsiteX4" fmla="*/ 18362 w 166276"/>
                      <a:gd name="connsiteY4" fmla="*/ 13261 h 91809"/>
                      <a:gd name="connsiteX5" fmla="*/ 18362 w 166276"/>
                      <a:gd name="connsiteY5" fmla="*/ 14281 h 91809"/>
                      <a:gd name="connsiteX6" fmla="*/ 0 w 166276"/>
                      <a:gd name="connsiteY6" fmla="*/ 59166 h 91809"/>
                      <a:gd name="connsiteX7" fmla="*/ 46925 w 166276"/>
                      <a:gd name="connsiteY7" fmla="*/ 82628 h 91809"/>
                      <a:gd name="connsiteX8" fmla="*/ 55085 w 166276"/>
                      <a:gd name="connsiteY8" fmla="*/ 91809 h 91809"/>
                      <a:gd name="connsiteX9" fmla="*/ 166277 w 166276"/>
                      <a:gd name="connsiteY9" fmla="*/ 91809 h 91809"/>
                      <a:gd name="connsiteX10" fmla="*/ 166277 w 166276"/>
                      <a:gd name="connsiteY10" fmla="*/ 45905 h 91809"/>
                      <a:gd name="connsiteX11" fmla="*/ 157096 w 166276"/>
                      <a:gd name="connsiteY11" fmla="*/ 27543 h 918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66276" h="91809">
                        <a:moveTo>
                          <a:pt x="157096" y="27543"/>
                        </a:moveTo>
                        <a:cubicBezTo>
                          <a:pt x="144855" y="17342"/>
                          <a:pt x="128533" y="10201"/>
                          <a:pt x="112211" y="6121"/>
                        </a:cubicBezTo>
                        <a:cubicBezTo>
                          <a:pt x="100990" y="3060"/>
                          <a:pt x="87729" y="0"/>
                          <a:pt x="74467" y="0"/>
                        </a:cubicBezTo>
                        <a:cubicBezTo>
                          <a:pt x="62226" y="0"/>
                          <a:pt x="48965" y="2040"/>
                          <a:pt x="36724" y="6121"/>
                        </a:cubicBezTo>
                        <a:cubicBezTo>
                          <a:pt x="30603" y="8161"/>
                          <a:pt x="24482" y="10201"/>
                          <a:pt x="18362" y="13261"/>
                        </a:cubicBezTo>
                        <a:lnTo>
                          <a:pt x="18362" y="14281"/>
                        </a:lnTo>
                        <a:cubicBezTo>
                          <a:pt x="18362" y="31623"/>
                          <a:pt x="11221" y="47945"/>
                          <a:pt x="0" y="59166"/>
                        </a:cubicBezTo>
                        <a:cubicBezTo>
                          <a:pt x="19382" y="65287"/>
                          <a:pt x="34683" y="73447"/>
                          <a:pt x="46925" y="82628"/>
                        </a:cubicBezTo>
                        <a:cubicBezTo>
                          <a:pt x="49985" y="85689"/>
                          <a:pt x="53045" y="87729"/>
                          <a:pt x="55085" y="91809"/>
                        </a:cubicBezTo>
                        <a:lnTo>
                          <a:pt x="166277" y="91809"/>
                        </a:lnTo>
                        <a:lnTo>
                          <a:pt x="166277" y="45905"/>
                        </a:lnTo>
                        <a:cubicBezTo>
                          <a:pt x="166277" y="38764"/>
                          <a:pt x="163216" y="31623"/>
                          <a:pt x="157096" y="27543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506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9" name="Freeform: Shape 28">
                    <a:extLst>
                      <a:ext uri="{FF2B5EF4-FFF2-40B4-BE49-F238E27FC236}">
                        <a16:creationId xmlns:a16="http://schemas.microsoft.com/office/drawing/2014/main" id="{2D628CD3-D8DE-8D17-E61C-F90EEDEC5FF4}"/>
                      </a:ext>
                    </a:extLst>
                  </p:cNvPr>
                  <p:cNvSpPr/>
                  <p:nvPr/>
                </p:nvSpPr>
                <p:spPr>
                  <a:xfrm>
                    <a:off x="6013654" y="3124429"/>
                    <a:ext cx="166276" cy="91809"/>
                  </a:xfrm>
                  <a:custGeom>
                    <a:avLst/>
                    <a:gdLst>
                      <a:gd name="connsiteX0" fmla="*/ 119352 w 166276"/>
                      <a:gd name="connsiteY0" fmla="*/ 82628 h 91809"/>
                      <a:gd name="connsiteX1" fmla="*/ 119352 w 166276"/>
                      <a:gd name="connsiteY1" fmla="*/ 82628 h 91809"/>
                      <a:gd name="connsiteX2" fmla="*/ 166277 w 166276"/>
                      <a:gd name="connsiteY2" fmla="*/ 59166 h 91809"/>
                      <a:gd name="connsiteX3" fmla="*/ 147915 w 166276"/>
                      <a:gd name="connsiteY3" fmla="*/ 14281 h 91809"/>
                      <a:gd name="connsiteX4" fmla="*/ 147915 w 166276"/>
                      <a:gd name="connsiteY4" fmla="*/ 12241 h 91809"/>
                      <a:gd name="connsiteX5" fmla="*/ 129553 w 166276"/>
                      <a:gd name="connsiteY5" fmla="*/ 6121 h 91809"/>
                      <a:gd name="connsiteX6" fmla="*/ 91809 w 166276"/>
                      <a:gd name="connsiteY6" fmla="*/ 0 h 91809"/>
                      <a:gd name="connsiteX7" fmla="*/ 54065 w 166276"/>
                      <a:gd name="connsiteY7" fmla="*/ 6121 h 91809"/>
                      <a:gd name="connsiteX8" fmla="*/ 9181 w 166276"/>
                      <a:gd name="connsiteY8" fmla="*/ 27543 h 91809"/>
                      <a:gd name="connsiteX9" fmla="*/ 0 w 166276"/>
                      <a:gd name="connsiteY9" fmla="*/ 45905 h 91809"/>
                      <a:gd name="connsiteX10" fmla="*/ 0 w 166276"/>
                      <a:gd name="connsiteY10" fmla="*/ 91809 h 91809"/>
                      <a:gd name="connsiteX11" fmla="*/ 110171 w 166276"/>
                      <a:gd name="connsiteY11" fmla="*/ 91809 h 91809"/>
                      <a:gd name="connsiteX12" fmla="*/ 119352 w 166276"/>
                      <a:gd name="connsiteY12" fmla="*/ 82628 h 918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66276" h="91809">
                        <a:moveTo>
                          <a:pt x="119352" y="82628"/>
                        </a:moveTo>
                        <a:lnTo>
                          <a:pt x="119352" y="82628"/>
                        </a:lnTo>
                        <a:cubicBezTo>
                          <a:pt x="133633" y="72427"/>
                          <a:pt x="149955" y="64266"/>
                          <a:pt x="166277" y="59166"/>
                        </a:cubicBezTo>
                        <a:cubicBezTo>
                          <a:pt x="155056" y="46925"/>
                          <a:pt x="147915" y="31623"/>
                          <a:pt x="147915" y="14281"/>
                        </a:cubicBezTo>
                        <a:cubicBezTo>
                          <a:pt x="147915" y="13261"/>
                          <a:pt x="147915" y="13261"/>
                          <a:pt x="147915" y="12241"/>
                        </a:cubicBezTo>
                        <a:cubicBezTo>
                          <a:pt x="141794" y="10201"/>
                          <a:pt x="135674" y="7141"/>
                          <a:pt x="129553" y="6121"/>
                        </a:cubicBezTo>
                        <a:cubicBezTo>
                          <a:pt x="118332" y="3060"/>
                          <a:pt x="105071" y="0"/>
                          <a:pt x="91809" y="0"/>
                        </a:cubicBezTo>
                        <a:cubicBezTo>
                          <a:pt x="79568" y="0"/>
                          <a:pt x="66307" y="2040"/>
                          <a:pt x="54065" y="6121"/>
                        </a:cubicBezTo>
                        <a:cubicBezTo>
                          <a:pt x="37744" y="11221"/>
                          <a:pt x="22442" y="18362"/>
                          <a:pt x="9181" y="27543"/>
                        </a:cubicBezTo>
                        <a:cubicBezTo>
                          <a:pt x="3060" y="31623"/>
                          <a:pt x="0" y="38764"/>
                          <a:pt x="0" y="45905"/>
                        </a:cubicBezTo>
                        <a:lnTo>
                          <a:pt x="0" y="91809"/>
                        </a:lnTo>
                        <a:lnTo>
                          <a:pt x="110171" y="91809"/>
                        </a:lnTo>
                        <a:cubicBezTo>
                          <a:pt x="113231" y="87729"/>
                          <a:pt x="115272" y="85689"/>
                          <a:pt x="119352" y="82628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506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pic>
            <p:nvPicPr>
              <p:cNvPr id="21" name="Graphic 20" descr="Teacher with solid fill">
                <a:extLst>
                  <a:ext uri="{FF2B5EF4-FFF2-40B4-BE49-F238E27FC236}">
                    <a16:creationId xmlns:a16="http://schemas.microsoft.com/office/drawing/2014/main" id="{E5E0C5CA-14F6-E45D-751D-22A1D9287B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81769" y="3698940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787F5DC-4CE0-ED6C-1F33-1DB43EB668DB}"/>
                </a:ext>
              </a:extLst>
            </p:cNvPr>
            <p:cNvSpPr txBox="1"/>
            <p:nvPr/>
          </p:nvSpPr>
          <p:spPr>
            <a:xfrm>
              <a:off x="6308300" y="1665826"/>
              <a:ext cx="16171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Week 1</a:t>
              </a:r>
              <a:endParaRPr lang="en-US" sz="1100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DAEE5BC-71DD-5769-0D77-230C16A94296}"/>
                </a:ext>
              </a:extLst>
            </p:cNvPr>
            <p:cNvSpPr txBox="1"/>
            <p:nvPr/>
          </p:nvSpPr>
          <p:spPr>
            <a:xfrm>
              <a:off x="5659276" y="2009567"/>
              <a:ext cx="25969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900" dirty="0">
                  <a:latin typeface="Century Gothic" panose="020B0502020202020204" pitchFamily="34" charset="0"/>
                </a:rPr>
                <a:t>Onboarding formalities.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900" dirty="0">
                  <a:latin typeface="Century Gothic" panose="020B0502020202020204" pitchFamily="34" charset="0"/>
                </a:rPr>
                <a:t>HR Induction Session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Initial project briefing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HR policies and guidelines walkthrough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15BD905-A9CE-E5B9-AA64-81458B3ECD4F}"/>
                </a:ext>
              </a:extLst>
            </p:cNvPr>
            <p:cNvSpPr txBox="1"/>
            <p:nvPr/>
          </p:nvSpPr>
          <p:spPr>
            <a:xfrm>
              <a:off x="8552510" y="3489643"/>
              <a:ext cx="3122423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Domain Training - MM Business Overview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MM Product 101 &amp; 201 training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Python Full Stack Udemy Learning Path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CDB3C43-40BE-16C4-A129-5FA1F346111D}"/>
                </a:ext>
              </a:extLst>
            </p:cNvPr>
            <p:cNvSpPr txBox="1"/>
            <p:nvPr/>
          </p:nvSpPr>
          <p:spPr>
            <a:xfrm>
              <a:off x="9458073" y="3166722"/>
              <a:ext cx="16171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Week 2</a:t>
              </a:r>
              <a:endParaRPr lang="en-US" sz="1100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89F5D24-7C0C-AF77-C0F9-9009372AF717}"/>
                </a:ext>
              </a:extLst>
            </p:cNvPr>
            <p:cNvSpPr txBox="1"/>
            <p:nvPr/>
          </p:nvSpPr>
          <p:spPr>
            <a:xfrm>
              <a:off x="3898001" y="3199884"/>
              <a:ext cx="16171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Week 3</a:t>
              </a:r>
              <a:endParaRPr lang="en-US" sz="1100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CD0AFA7-3643-6371-B007-9F3BC7EDB8A0}"/>
                </a:ext>
              </a:extLst>
            </p:cNvPr>
            <p:cNvSpPr txBox="1"/>
            <p:nvPr/>
          </p:nvSpPr>
          <p:spPr>
            <a:xfrm>
              <a:off x="2935859" y="3495659"/>
              <a:ext cx="3352923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Change and release management training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Soft Skills Masterclass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Python Full Stack Udemy Learning Path (Contd.)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3A28BA9-3CB4-C93C-16E1-9CBB39FE4B1B}"/>
                </a:ext>
              </a:extLst>
            </p:cNvPr>
            <p:cNvSpPr txBox="1"/>
            <p:nvPr/>
          </p:nvSpPr>
          <p:spPr>
            <a:xfrm>
              <a:off x="6118966" y="4706707"/>
              <a:ext cx="16171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Week 4</a:t>
              </a:r>
              <a:endParaRPr lang="en-US" sz="1100" b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6F48D44-5FA3-35BC-EE87-0EB9C3F5AD70}"/>
                </a:ext>
              </a:extLst>
            </p:cNvPr>
            <p:cNvSpPr txBox="1"/>
            <p:nvPr/>
          </p:nvSpPr>
          <p:spPr>
            <a:xfrm>
              <a:off x="7144710" y="5002589"/>
              <a:ext cx="201243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900" dirty="0">
                <a:latin typeface="Century Gothic" panose="020B0502020202020204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6A3E640-5C4E-6990-C360-82ED1EAC193F}"/>
                </a:ext>
              </a:extLst>
            </p:cNvPr>
            <p:cNvSpPr txBox="1"/>
            <p:nvPr/>
          </p:nvSpPr>
          <p:spPr>
            <a:xfrm>
              <a:off x="5273913" y="5145346"/>
              <a:ext cx="42196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Overview of application and technical landscape.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Local setup of the applications and configuration.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Configuration of tools and required access in device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IN" sz="900" dirty="0">
                <a:latin typeface="Century Gothic" panose="020B0502020202020204" pitchFamily="34" charset="0"/>
              </a:endParaRPr>
            </a:p>
          </p:txBody>
        </p:sp>
        <p:pic>
          <p:nvPicPr>
            <p:cNvPr id="88" name="Graphic 87" descr="Management with solid fill">
              <a:extLst>
                <a:ext uri="{FF2B5EF4-FFF2-40B4-BE49-F238E27FC236}">
                  <a16:creationId xmlns:a16="http://schemas.microsoft.com/office/drawing/2014/main" id="{AAA574F7-0F06-CDD3-EDBB-F84257489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55882" y="3974362"/>
              <a:ext cx="595045" cy="595045"/>
            </a:xfrm>
            <a:prstGeom prst="rect">
              <a:avLst/>
            </a:prstGeom>
          </p:spPr>
        </p:pic>
        <p:sp>
          <p:nvSpPr>
            <p:cNvPr id="92" name="Arrow: Chevron 91">
              <a:extLst>
                <a:ext uri="{FF2B5EF4-FFF2-40B4-BE49-F238E27FC236}">
                  <a16:creationId xmlns:a16="http://schemas.microsoft.com/office/drawing/2014/main" id="{37F5E664-259F-B796-C8A2-ACE4DD943654}"/>
                </a:ext>
              </a:extLst>
            </p:cNvPr>
            <p:cNvSpPr/>
            <p:nvPr/>
          </p:nvSpPr>
          <p:spPr>
            <a:xfrm>
              <a:off x="5205773" y="1456267"/>
              <a:ext cx="420675" cy="646330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3" name="Arrow: Chevron 92">
              <a:extLst>
                <a:ext uri="{FF2B5EF4-FFF2-40B4-BE49-F238E27FC236}">
                  <a16:creationId xmlns:a16="http://schemas.microsoft.com/office/drawing/2014/main" id="{A1B07DBE-84B4-DE5A-3BF1-674029F1EAF5}"/>
                </a:ext>
              </a:extLst>
            </p:cNvPr>
            <p:cNvSpPr/>
            <p:nvPr/>
          </p:nvSpPr>
          <p:spPr>
            <a:xfrm rot="5400000">
              <a:off x="11299599" y="2167285"/>
              <a:ext cx="420675" cy="646330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4" name="Arrow: Chevron 93">
              <a:extLst>
                <a:ext uri="{FF2B5EF4-FFF2-40B4-BE49-F238E27FC236}">
                  <a16:creationId xmlns:a16="http://schemas.microsoft.com/office/drawing/2014/main" id="{C762FF36-84B2-2D4F-D8AA-3AEA110F7703}"/>
                </a:ext>
              </a:extLst>
            </p:cNvPr>
            <p:cNvSpPr/>
            <p:nvPr/>
          </p:nvSpPr>
          <p:spPr>
            <a:xfrm rot="10800000">
              <a:off x="7676729" y="2995955"/>
              <a:ext cx="420675" cy="646330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5" name="Arrow: Chevron 94">
              <a:extLst>
                <a:ext uri="{FF2B5EF4-FFF2-40B4-BE49-F238E27FC236}">
                  <a16:creationId xmlns:a16="http://schemas.microsoft.com/office/drawing/2014/main" id="{1A3D8723-627D-371D-F6F7-6F4650A72AF9}"/>
                </a:ext>
              </a:extLst>
            </p:cNvPr>
            <p:cNvSpPr/>
            <p:nvPr/>
          </p:nvSpPr>
          <p:spPr>
            <a:xfrm rot="5400000">
              <a:off x="1458370" y="3651197"/>
              <a:ext cx="420675" cy="646330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6" name="Arrow: Chevron 95">
              <a:extLst>
                <a:ext uri="{FF2B5EF4-FFF2-40B4-BE49-F238E27FC236}">
                  <a16:creationId xmlns:a16="http://schemas.microsoft.com/office/drawing/2014/main" id="{691B1169-6C39-BF0F-522D-63E041CECB27}"/>
                </a:ext>
              </a:extLst>
            </p:cNvPr>
            <p:cNvSpPr/>
            <p:nvPr/>
          </p:nvSpPr>
          <p:spPr>
            <a:xfrm>
              <a:off x="5588558" y="4514347"/>
              <a:ext cx="420675" cy="646330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7" name="Arrow: Chevron 96">
              <a:extLst>
                <a:ext uri="{FF2B5EF4-FFF2-40B4-BE49-F238E27FC236}">
                  <a16:creationId xmlns:a16="http://schemas.microsoft.com/office/drawing/2014/main" id="{D64DFD62-2CE5-A813-CC23-5FFC18DD52A8}"/>
                </a:ext>
              </a:extLst>
            </p:cNvPr>
            <p:cNvSpPr/>
            <p:nvPr/>
          </p:nvSpPr>
          <p:spPr>
            <a:xfrm>
              <a:off x="10582924" y="4490068"/>
              <a:ext cx="420675" cy="646330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29689C4-1AC2-31A1-8C01-B32BFF09BB35}"/>
                </a:ext>
              </a:extLst>
            </p:cNvPr>
            <p:cNvSpPr txBox="1"/>
            <p:nvPr/>
          </p:nvSpPr>
          <p:spPr>
            <a:xfrm>
              <a:off x="10796564" y="4598279"/>
              <a:ext cx="1036538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050" b="1" dirty="0">
                  <a:latin typeface="Century Gothic" panose="020B0502020202020204" pitchFamily="34" charset="0"/>
                </a:rPr>
                <a:t>Target </a:t>
              </a:r>
            </a:p>
            <a:p>
              <a:pPr algn="ctr"/>
              <a:r>
                <a:rPr lang="en-IN" sz="1050" b="1" dirty="0">
                  <a:latin typeface="Century Gothic" panose="020B0502020202020204" pitchFamily="34" charset="0"/>
                </a:rPr>
                <a:t>(Jan 17)</a:t>
              </a:r>
              <a:endParaRPr lang="en-US" sz="105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100" name="Arrow: Chevron 99">
              <a:extLst>
                <a:ext uri="{FF2B5EF4-FFF2-40B4-BE49-F238E27FC236}">
                  <a16:creationId xmlns:a16="http://schemas.microsoft.com/office/drawing/2014/main" id="{7663A3DC-EC8E-6F54-1F7E-F234D347EEF1}"/>
                </a:ext>
              </a:extLst>
            </p:cNvPr>
            <p:cNvSpPr/>
            <p:nvPr/>
          </p:nvSpPr>
          <p:spPr>
            <a:xfrm>
              <a:off x="141949" y="1468441"/>
              <a:ext cx="420675" cy="646330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2A5EE2D-AD58-AF1D-A112-3AC3AF299F17}"/>
              </a:ext>
            </a:extLst>
          </p:cNvPr>
          <p:cNvCxnSpPr>
            <a:cxnSpLocks/>
          </p:cNvCxnSpPr>
          <p:nvPr/>
        </p:nvCxnSpPr>
        <p:spPr>
          <a:xfrm>
            <a:off x="1222672" y="889298"/>
            <a:ext cx="9476184" cy="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0F2319A1-FB21-1CA3-E5F7-65CA4CF47FC5}"/>
              </a:ext>
            </a:extLst>
          </p:cNvPr>
          <p:cNvSpPr/>
          <p:nvPr/>
        </p:nvSpPr>
        <p:spPr>
          <a:xfrm>
            <a:off x="2956524" y="762561"/>
            <a:ext cx="287867" cy="270933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D4A66F2E-8C27-BCA4-4F2B-EAA9798854AB}"/>
              </a:ext>
            </a:extLst>
          </p:cNvPr>
          <p:cNvSpPr/>
          <p:nvPr/>
        </p:nvSpPr>
        <p:spPr>
          <a:xfrm>
            <a:off x="8447441" y="762561"/>
            <a:ext cx="287867" cy="270933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9D9DFF54-E91A-5062-A47B-97CC94B66BE2}"/>
              </a:ext>
            </a:extLst>
          </p:cNvPr>
          <p:cNvSpPr/>
          <p:nvPr/>
        </p:nvSpPr>
        <p:spPr>
          <a:xfrm>
            <a:off x="5701982" y="762561"/>
            <a:ext cx="287867" cy="270933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3F83133-77FA-713D-8B57-6F9FB6EB6367}"/>
              </a:ext>
            </a:extLst>
          </p:cNvPr>
          <p:cNvSpPr txBox="1"/>
          <p:nvPr/>
        </p:nvSpPr>
        <p:spPr>
          <a:xfrm>
            <a:off x="2366022" y="1059063"/>
            <a:ext cx="20124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>
                <a:latin typeface="Century Gothic" panose="020B0502020202020204" pitchFamily="34" charset="0"/>
              </a:rPr>
              <a:t>New Hire – Existing Team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DA6DE31-4886-F8EB-026E-560F57B84B8E}"/>
              </a:ext>
            </a:extLst>
          </p:cNvPr>
          <p:cNvSpPr txBox="1"/>
          <p:nvPr/>
        </p:nvSpPr>
        <p:spPr>
          <a:xfrm>
            <a:off x="5077521" y="1041863"/>
            <a:ext cx="20124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>
                <a:latin typeface="Century Gothic" panose="020B0502020202020204" pitchFamily="34" charset="0"/>
              </a:rPr>
              <a:t>CTH/CTR – Existing Team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134ED42-946F-DD7C-D115-EDB328123D4B}"/>
              </a:ext>
            </a:extLst>
          </p:cNvPr>
          <p:cNvSpPr txBox="1"/>
          <p:nvPr/>
        </p:nvSpPr>
        <p:spPr>
          <a:xfrm>
            <a:off x="7729090" y="1014051"/>
            <a:ext cx="27945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>
                <a:latin typeface="Century Gothic" panose="020B0502020202020204" pitchFamily="34" charset="0"/>
              </a:rPr>
              <a:t>Existing Resources – Internal Movement</a:t>
            </a:r>
          </a:p>
        </p:txBody>
      </p:sp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D6DEF23A-709F-30AC-EE27-736425AAAE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00309" y="833264"/>
            <a:ext cx="200295" cy="200295"/>
          </a:xfrm>
          <a:prstGeom prst="rect">
            <a:avLst/>
          </a:prstGeom>
        </p:spPr>
      </p:pic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22E5D82B-F80A-35CE-9060-EFDED15A9C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78683" y="807243"/>
            <a:ext cx="200295" cy="200295"/>
          </a:xfrm>
          <a:prstGeom prst="rect">
            <a:avLst/>
          </a:prstGeom>
        </p:spPr>
      </p:pic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7C6C52BB-70FE-B45F-122F-7B0F900F39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93244" y="790238"/>
            <a:ext cx="200295" cy="2002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686251-6B85-D523-DD74-A03BB9C6D62B}"/>
              </a:ext>
            </a:extLst>
          </p:cNvPr>
          <p:cNvSpPr txBox="1"/>
          <p:nvPr/>
        </p:nvSpPr>
        <p:spPr>
          <a:xfrm>
            <a:off x="186133" y="1269148"/>
            <a:ext cx="134633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b="1" dirty="0">
                <a:latin typeface="Century Gothic" panose="020B0502020202020204" pitchFamily="34" charset="0"/>
              </a:rPr>
              <a:t>Start point </a:t>
            </a:r>
          </a:p>
          <a:p>
            <a:pPr algn="ctr"/>
            <a:r>
              <a:rPr lang="en-IN" sz="1050" b="1" dirty="0">
                <a:latin typeface="Century Gothic" panose="020B0502020202020204" pitchFamily="34" charset="0"/>
              </a:rPr>
              <a:t>(~Dec 3</a:t>
            </a:r>
            <a:r>
              <a:rPr lang="en-IN" sz="1050" b="1" baseline="30000" dirty="0">
                <a:latin typeface="Century Gothic" panose="020B0502020202020204" pitchFamily="34" charset="0"/>
              </a:rPr>
              <a:t>rd</a:t>
            </a:r>
            <a:r>
              <a:rPr lang="en-IN" sz="1050" b="1" dirty="0">
                <a:latin typeface="Century Gothic" panose="020B0502020202020204" pitchFamily="34" charset="0"/>
              </a:rPr>
              <a:t> week)</a:t>
            </a:r>
            <a:endParaRPr lang="en-US" sz="1050" b="1" dirty="0">
              <a:latin typeface="Century Gothic" panose="020B0502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1DEF21-3DD4-06AB-17E7-E276E5662B92}"/>
              </a:ext>
            </a:extLst>
          </p:cNvPr>
          <p:cNvSpPr/>
          <p:nvPr/>
        </p:nvSpPr>
        <p:spPr>
          <a:xfrm>
            <a:off x="3847093" y="2925673"/>
            <a:ext cx="634641" cy="556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109F75-34D7-6C9A-8139-E6BC886F91DA}"/>
              </a:ext>
            </a:extLst>
          </p:cNvPr>
          <p:cNvSpPr/>
          <p:nvPr/>
        </p:nvSpPr>
        <p:spPr>
          <a:xfrm>
            <a:off x="4241267" y="3140443"/>
            <a:ext cx="59369" cy="55834"/>
          </a:xfrm>
          <a:custGeom>
            <a:avLst/>
            <a:gdLst>
              <a:gd name="connsiteX0" fmla="*/ 91809 w 91809"/>
              <a:gd name="connsiteY0" fmla="*/ 45905 h 91809"/>
              <a:gd name="connsiteX1" fmla="*/ 45905 w 91809"/>
              <a:gd name="connsiteY1" fmla="*/ 91809 h 91809"/>
              <a:gd name="connsiteX2" fmla="*/ 0 w 91809"/>
              <a:gd name="connsiteY2" fmla="*/ 45905 h 91809"/>
              <a:gd name="connsiteX3" fmla="*/ 45905 w 91809"/>
              <a:gd name="connsiteY3" fmla="*/ 0 h 91809"/>
              <a:gd name="connsiteX4" fmla="*/ 91809 w 91809"/>
              <a:gd name="connsiteY4" fmla="*/ 45905 h 91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09" h="91809">
                <a:moveTo>
                  <a:pt x="91809" y="45905"/>
                </a:moveTo>
                <a:cubicBezTo>
                  <a:pt x="91809" y="71257"/>
                  <a:pt x="71257" y="91809"/>
                  <a:pt x="45905" y="91809"/>
                </a:cubicBezTo>
                <a:cubicBezTo>
                  <a:pt x="20552" y="91809"/>
                  <a:pt x="0" y="71257"/>
                  <a:pt x="0" y="45905"/>
                </a:cubicBezTo>
                <a:cubicBezTo>
                  <a:pt x="0" y="20552"/>
                  <a:pt x="20552" y="0"/>
                  <a:pt x="45905" y="0"/>
                </a:cubicBezTo>
                <a:cubicBezTo>
                  <a:pt x="71257" y="0"/>
                  <a:pt x="91809" y="20552"/>
                  <a:pt x="91809" y="45905"/>
                </a:cubicBezTo>
                <a:close/>
              </a:path>
            </a:pathLst>
          </a:custGeom>
          <a:solidFill>
            <a:schemeClr val="bg1"/>
          </a:solidFill>
          <a:ln w="50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2" name="Graphic 11" descr="Teacher with solid fill">
            <a:extLst>
              <a:ext uri="{FF2B5EF4-FFF2-40B4-BE49-F238E27FC236}">
                <a16:creationId xmlns:a16="http://schemas.microsoft.com/office/drawing/2014/main" id="{DA122E27-9145-2C1C-2473-5A6D72484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0831" y="2964476"/>
            <a:ext cx="591307" cy="55609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4596E4-2728-1F10-AC10-36420C7DCD92}"/>
              </a:ext>
            </a:extLst>
          </p:cNvPr>
          <p:cNvSpPr/>
          <p:nvPr/>
        </p:nvSpPr>
        <p:spPr>
          <a:xfrm>
            <a:off x="6035124" y="4438784"/>
            <a:ext cx="634641" cy="556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3D6B17F-0DB8-AA0D-2535-685C0CDC7901}"/>
              </a:ext>
            </a:extLst>
          </p:cNvPr>
          <p:cNvSpPr/>
          <p:nvPr/>
        </p:nvSpPr>
        <p:spPr>
          <a:xfrm>
            <a:off x="6429298" y="4653554"/>
            <a:ext cx="59369" cy="55834"/>
          </a:xfrm>
          <a:custGeom>
            <a:avLst/>
            <a:gdLst>
              <a:gd name="connsiteX0" fmla="*/ 91809 w 91809"/>
              <a:gd name="connsiteY0" fmla="*/ 45905 h 91809"/>
              <a:gd name="connsiteX1" fmla="*/ 45905 w 91809"/>
              <a:gd name="connsiteY1" fmla="*/ 91809 h 91809"/>
              <a:gd name="connsiteX2" fmla="*/ 0 w 91809"/>
              <a:gd name="connsiteY2" fmla="*/ 45905 h 91809"/>
              <a:gd name="connsiteX3" fmla="*/ 45905 w 91809"/>
              <a:gd name="connsiteY3" fmla="*/ 0 h 91809"/>
              <a:gd name="connsiteX4" fmla="*/ 91809 w 91809"/>
              <a:gd name="connsiteY4" fmla="*/ 45905 h 91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09" h="91809">
                <a:moveTo>
                  <a:pt x="91809" y="45905"/>
                </a:moveTo>
                <a:cubicBezTo>
                  <a:pt x="91809" y="71257"/>
                  <a:pt x="71257" y="91809"/>
                  <a:pt x="45905" y="91809"/>
                </a:cubicBezTo>
                <a:cubicBezTo>
                  <a:pt x="20552" y="91809"/>
                  <a:pt x="0" y="71257"/>
                  <a:pt x="0" y="45905"/>
                </a:cubicBezTo>
                <a:cubicBezTo>
                  <a:pt x="0" y="20552"/>
                  <a:pt x="20552" y="0"/>
                  <a:pt x="45905" y="0"/>
                </a:cubicBezTo>
                <a:cubicBezTo>
                  <a:pt x="71257" y="0"/>
                  <a:pt x="91809" y="20552"/>
                  <a:pt x="91809" y="45905"/>
                </a:cubicBezTo>
                <a:close/>
              </a:path>
            </a:pathLst>
          </a:custGeom>
          <a:solidFill>
            <a:schemeClr val="bg1"/>
          </a:solidFill>
          <a:ln w="50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5" name="Graphic 14" descr="Teacher with solid fill">
            <a:extLst>
              <a:ext uri="{FF2B5EF4-FFF2-40B4-BE49-F238E27FC236}">
                <a16:creationId xmlns:a16="http://schemas.microsoft.com/office/drawing/2014/main" id="{B0371082-A67D-A78B-54E4-65BB5BFBB8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8862" y="4477587"/>
            <a:ext cx="591307" cy="55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107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143F9F-6982-8115-DAD9-2D1A07974A23}"/>
              </a:ext>
            </a:extLst>
          </p:cNvPr>
          <p:cNvSpPr txBox="1"/>
          <p:nvPr/>
        </p:nvSpPr>
        <p:spPr>
          <a:xfrm>
            <a:off x="94005" y="281620"/>
            <a:ext cx="883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Week Wise Training Plan – Developer Full Stack</a:t>
            </a:r>
            <a:endParaRPr lang="en-US" sz="20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75E1F9-7EF6-80B5-E8BF-09F88942B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5843"/>
              </p:ext>
            </p:extLst>
          </p:nvPr>
        </p:nvGraphicFramePr>
        <p:xfrm>
          <a:off x="94005" y="971550"/>
          <a:ext cx="11912938" cy="5092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166">
                  <a:extLst>
                    <a:ext uri="{9D8B030D-6E8A-4147-A177-3AD203B41FA5}">
                      <a16:colId xmlns:a16="http://schemas.microsoft.com/office/drawing/2014/main" val="4080291910"/>
                    </a:ext>
                  </a:extLst>
                </a:gridCol>
                <a:gridCol w="4733304">
                  <a:extLst>
                    <a:ext uri="{9D8B030D-6E8A-4147-A177-3AD203B41FA5}">
                      <a16:colId xmlns:a16="http://schemas.microsoft.com/office/drawing/2014/main" val="2334229949"/>
                    </a:ext>
                  </a:extLst>
                </a:gridCol>
                <a:gridCol w="2978234">
                  <a:extLst>
                    <a:ext uri="{9D8B030D-6E8A-4147-A177-3AD203B41FA5}">
                      <a16:colId xmlns:a16="http://schemas.microsoft.com/office/drawing/2014/main" val="959538160"/>
                    </a:ext>
                  </a:extLst>
                </a:gridCol>
                <a:gridCol w="2978234">
                  <a:extLst>
                    <a:ext uri="{9D8B030D-6E8A-4147-A177-3AD203B41FA5}">
                      <a16:colId xmlns:a16="http://schemas.microsoft.com/office/drawing/2014/main" val="4225591951"/>
                    </a:ext>
                  </a:extLst>
                </a:gridCol>
              </a:tblGrid>
              <a:tr h="698224">
                <a:tc>
                  <a:txBody>
                    <a:bodyPr/>
                    <a:lstStyle/>
                    <a:p>
                      <a:r>
                        <a:rPr lang="en-IN" dirty="0"/>
                        <a:t>Week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Training Topic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Comments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441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Week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latin typeface="+mn-lt"/>
                        </a:rPr>
                        <a:t>Onboarding and Device setup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latin typeface="+mn-lt"/>
                        </a:rPr>
                        <a:t>HR Induction Session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+mn-lt"/>
                        </a:rPr>
                        <a:t>Initial project briefing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+mn-lt"/>
                        </a:rPr>
                        <a:t>HR policies and guidelines walkthrough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HR onboarding and IT team responsibilities.</a:t>
                      </a:r>
                    </a:p>
                    <a:p>
                      <a:r>
                        <a:rPr lang="en-US" dirty="0"/>
                        <a:t>India Manager will be briefing on project and training plan.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74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Week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Basic of Life Insurance and Annuity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/>
                        </a:rPr>
                        <a:t>Basics of Insurance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Link to SharePoint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53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Week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Domain Training - MM Business Overview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MassMutual Business Overview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Link to SharePoint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25815"/>
                  </a:ext>
                </a:extLst>
              </a:tr>
              <a:tr h="188384">
                <a:tc>
                  <a:txBody>
                    <a:bodyPr/>
                    <a:lstStyle/>
                    <a:p>
                      <a:r>
                        <a:rPr lang="en-IN" dirty="0"/>
                        <a:t>Week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MM Product 101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Product 101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Session Link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515917"/>
                  </a:ext>
                </a:extLst>
              </a:tr>
              <a:tr h="188384">
                <a:tc>
                  <a:txBody>
                    <a:bodyPr/>
                    <a:lstStyle/>
                    <a:p>
                      <a:r>
                        <a:rPr lang="en-IN" dirty="0"/>
                        <a:t>Week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MM Product 201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5"/>
                        </a:rPr>
                        <a:t>Product 201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Session Link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177448"/>
                  </a:ext>
                </a:extLst>
              </a:tr>
              <a:tr h="188384">
                <a:tc>
                  <a:txBody>
                    <a:bodyPr/>
                    <a:lstStyle/>
                    <a:p>
                      <a:r>
                        <a:rPr lang="en-IN" dirty="0"/>
                        <a:t>Week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Configuration of tools and required access.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Access setup and configuration.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Getting familiar with tools used in MM India and identify the technical training needs.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Work with MM India Reporting manager and US delivery leader.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399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731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143F9F-6982-8115-DAD9-2D1A07974A23}"/>
              </a:ext>
            </a:extLst>
          </p:cNvPr>
          <p:cNvSpPr txBox="1"/>
          <p:nvPr/>
        </p:nvSpPr>
        <p:spPr>
          <a:xfrm>
            <a:off x="94005" y="281620"/>
            <a:ext cx="883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Week Wise Training Plan – Developer Full Stack</a:t>
            </a:r>
            <a:endParaRPr lang="en-US" sz="20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75E1F9-7EF6-80B5-E8BF-09F88942B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081788"/>
              </p:ext>
            </p:extLst>
          </p:nvPr>
        </p:nvGraphicFramePr>
        <p:xfrm>
          <a:off x="94005" y="971550"/>
          <a:ext cx="11912938" cy="4253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166">
                  <a:extLst>
                    <a:ext uri="{9D8B030D-6E8A-4147-A177-3AD203B41FA5}">
                      <a16:colId xmlns:a16="http://schemas.microsoft.com/office/drawing/2014/main" val="4080291910"/>
                    </a:ext>
                  </a:extLst>
                </a:gridCol>
                <a:gridCol w="4733304">
                  <a:extLst>
                    <a:ext uri="{9D8B030D-6E8A-4147-A177-3AD203B41FA5}">
                      <a16:colId xmlns:a16="http://schemas.microsoft.com/office/drawing/2014/main" val="2334229949"/>
                    </a:ext>
                  </a:extLst>
                </a:gridCol>
                <a:gridCol w="2978234">
                  <a:extLst>
                    <a:ext uri="{9D8B030D-6E8A-4147-A177-3AD203B41FA5}">
                      <a16:colId xmlns:a16="http://schemas.microsoft.com/office/drawing/2014/main" val="959538160"/>
                    </a:ext>
                  </a:extLst>
                </a:gridCol>
                <a:gridCol w="2978234">
                  <a:extLst>
                    <a:ext uri="{9D8B030D-6E8A-4147-A177-3AD203B41FA5}">
                      <a16:colId xmlns:a16="http://schemas.microsoft.com/office/drawing/2014/main" val="4225591951"/>
                    </a:ext>
                  </a:extLst>
                </a:gridCol>
              </a:tblGrid>
              <a:tr h="870502">
                <a:tc>
                  <a:txBody>
                    <a:bodyPr/>
                    <a:lstStyle/>
                    <a:p>
                      <a:r>
                        <a:rPr lang="en-IN" dirty="0"/>
                        <a:t>Week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Training Topic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Comments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441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Week 3 &amp;</a:t>
                      </a:r>
                    </a:p>
                    <a:p>
                      <a:r>
                        <a:rPr lang="en-IN" dirty="0"/>
                        <a:t>Week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 Development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Web Application Development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Confluence Link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584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Week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Swift Architecture and 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https://massmutual.atlassian.net/wiki/spaces/ALP/pages/4102128339/Getting+started+with+Jenkins+for+node.js+CI+CD+-+Serverless+Lambda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Confluence Link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53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Week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 Access via Okta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Obtaining Temporary API Access Keys via Okta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Confluence Link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25815"/>
                  </a:ext>
                </a:extLst>
              </a:tr>
              <a:tr h="188384">
                <a:tc>
                  <a:txBody>
                    <a:bodyPr/>
                    <a:lstStyle/>
                    <a:p>
                      <a:r>
                        <a:rPr lang="en-IN" dirty="0"/>
                        <a:t>Week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Training on Kong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Welcome to Kong!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Confluence Link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515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050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C88C8445D11241B22CD7850D1CD6E6" ma:contentTypeVersion="14" ma:contentTypeDescription="Create a new document." ma:contentTypeScope="" ma:versionID="71cf060e488adefb83e8df15a571c3fa">
  <xsd:schema xmlns:xsd="http://www.w3.org/2001/XMLSchema" xmlns:xs="http://www.w3.org/2001/XMLSchema" xmlns:p="http://schemas.microsoft.com/office/2006/metadata/properties" xmlns:ns2="c13f9a77-f4a5-42b4-b9dc-ae8f13715fe3" xmlns:ns3="b984067c-c1dd-4447-aa9e-43147422cb9f" targetNamespace="http://schemas.microsoft.com/office/2006/metadata/properties" ma:root="true" ma:fieldsID="74a6f4590c1abeb929fd14d3513f23dd" ns2:_="" ns3:_="">
    <xsd:import namespace="c13f9a77-f4a5-42b4-b9dc-ae8f13715fe3"/>
    <xsd:import namespace="b984067c-c1dd-4447-aa9e-43147422cb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3f9a77-f4a5-42b4-b9dc-ae8f13715f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650992b0-a4b4-4be0-8ccb-f7811996a7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84067c-c1dd-4447-aa9e-43147422cb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abd1a14d-c43c-4aac-b77b-67842a812f9b}" ma:internalName="TaxCatchAll" ma:showField="CatchAllData" ma:web="b984067c-c1dd-4447-aa9e-43147422cb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3f9a77-f4a5-42b4-b9dc-ae8f13715fe3">
      <Terms xmlns="http://schemas.microsoft.com/office/infopath/2007/PartnerControls"/>
    </lcf76f155ced4ddcb4097134ff3c332f>
    <TaxCatchAll xmlns="b984067c-c1dd-4447-aa9e-43147422cb9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4A1B62-0E3D-49AD-B9EE-87B121996C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3f9a77-f4a5-42b4-b9dc-ae8f13715fe3"/>
    <ds:schemaRef ds:uri="b984067c-c1dd-4447-aa9e-43147422cb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A0060D-AF74-4F25-BDFD-4BE606185AFE}">
  <ds:schemaRefs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metadata/properties"/>
    <ds:schemaRef ds:uri="c13f9a77-f4a5-42b4-b9dc-ae8f13715fe3"/>
    <ds:schemaRef ds:uri="http://schemas.microsoft.com/office/2006/documentManagement/types"/>
    <ds:schemaRef ds:uri="http://purl.org/dc/elements/1.1/"/>
    <ds:schemaRef ds:uri="http://purl.org/dc/dcmitype/"/>
    <ds:schemaRef ds:uri="b984067c-c1dd-4447-aa9e-43147422cb9f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B129D1AE-E522-4E75-915A-A79EDFD66CE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360</Words>
  <Application>Microsoft Office PowerPoint</Application>
  <PresentationFormat>Widescreen</PresentationFormat>
  <Paragraphs>83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Century Gothic</vt:lpstr>
      <vt:lpstr>Office Theme</vt:lpstr>
      <vt:lpstr>PowerPoint Presentation</vt:lpstr>
      <vt:lpstr>PowerPoint Presentation</vt:lpstr>
      <vt:lpstr>PowerPoint Presentation</vt:lpstr>
    </vt:vector>
  </TitlesOfParts>
  <Company>Mass Mutual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Sriramaneni, Harshitha</dc:creator>
  <cp:lastModifiedBy>Kumar, Animesh</cp:lastModifiedBy>
  <cp:revision>4</cp:revision>
  <dcterms:created xsi:type="dcterms:W3CDTF">2024-10-25T06:10:54Z</dcterms:created>
  <dcterms:modified xsi:type="dcterms:W3CDTF">2025-03-04T09:36:46Z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f1df539-6093-4ec5-baaa-eb0dcc11254e_Enabled">
    <vt:lpwstr>true</vt:lpwstr>
  </property>
  <property fmtid="{D5CDD505-2E9C-101B-9397-08002B2CF9AE}" pid="3" name="MSIP_Label_1f1df539-6093-4ec5-baaa-eb0dcc11254e_SetDate">
    <vt:lpwstr>2024-10-25T07:47:09Z</vt:lpwstr>
  </property>
  <property fmtid="{D5CDD505-2E9C-101B-9397-08002B2CF9AE}" pid="4" name="MSIP_Label_1f1df539-6093-4ec5-baaa-eb0dcc11254e_Method">
    <vt:lpwstr>Standard</vt:lpwstr>
  </property>
  <property fmtid="{D5CDD505-2E9C-101B-9397-08002B2CF9AE}" pid="5" name="MSIP_Label_1f1df539-6093-4ec5-baaa-eb0dcc11254e_Name">
    <vt:lpwstr>General</vt:lpwstr>
  </property>
  <property fmtid="{D5CDD505-2E9C-101B-9397-08002B2CF9AE}" pid="6" name="MSIP_Label_1f1df539-6093-4ec5-baaa-eb0dcc11254e_SiteId">
    <vt:lpwstr>649fc29a-ece3-4a3b-a3c1-680a2f035a6e</vt:lpwstr>
  </property>
  <property fmtid="{D5CDD505-2E9C-101B-9397-08002B2CF9AE}" pid="7" name="MSIP_Label_1f1df539-6093-4ec5-baaa-eb0dcc11254e_ActionId">
    <vt:lpwstr>1d990423-63b2-4deb-834a-12953349d10a</vt:lpwstr>
  </property>
  <property fmtid="{D5CDD505-2E9C-101B-9397-08002B2CF9AE}" pid="8" name="MSIP_Label_1f1df539-6093-4ec5-baaa-eb0dcc11254e_ContentBits">
    <vt:lpwstr>0</vt:lpwstr>
  </property>
  <property fmtid="{D5CDD505-2E9C-101B-9397-08002B2CF9AE}" pid="9" name="ContentTypeId">
    <vt:lpwstr>0x010100B7C88C8445D11241B22CD7850D1CD6E6</vt:lpwstr>
  </property>
  <property fmtid="{D5CDD505-2E9C-101B-9397-08002B2CF9AE}" pid="10" name="MediaServiceImageTags">
    <vt:lpwstr/>
  </property>
</Properties>
</file>